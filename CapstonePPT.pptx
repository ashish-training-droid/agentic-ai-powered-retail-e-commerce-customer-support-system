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theme/theme6.xml" ContentType="application/vnd.openxmlformats-officedocument.theme+xml"/>
  <Override PartName="/ppt/slideLayouts/slideLayout17.xml" ContentType="application/vnd.openxmlformats-officedocument.presentationml.slideLayout+xml"/>
  <Override PartName="/ppt/theme/theme7.xml" ContentType="application/vnd.openxmlformats-officedocument.theme+xml"/>
  <Override PartName="/ppt/slideLayouts/slideLayout18.xml" ContentType="application/vnd.openxmlformats-officedocument.presentationml.slideLayout+xml"/>
  <Override PartName="/ppt/theme/theme8.xml" ContentType="application/vnd.openxmlformats-officedocument.theme+xml"/>
  <Override PartName="/ppt/slideLayouts/slideLayout19.xml" ContentType="application/vnd.openxmlformats-officedocument.presentationml.slideLayout+xml"/>
  <Override PartName="/ppt/theme/theme9.xml" ContentType="application/vnd.openxmlformats-officedocument.theme+xml"/>
  <Override PartName="/ppt/slideLayouts/slideLayout20.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2.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3.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4.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5.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6.xml" ContentType="application/vnd.openxmlformats-officedocument.presentationml.notesSlide+xml"/>
  <Override PartName="/ppt/charts/chart1.xml" ContentType="application/vnd.openxmlformats-officedocument.drawingml.chart+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7.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notesSlides/notesSlide8.xml" ContentType="application/vnd.openxmlformats-officedocument.presentationml.notesSlide+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49" r:id="rId2"/>
    <p:sldMasterId id="2147483650" r:id="rId3"/>
    <p:sldMasterId id="2147483651" r:id="rId4"/>
    <p:sldMasterId id="2147483652" r:id="rId5"/>
    <p:sldMasterId id="2147483653" r:id="rId6"/>
    <p:sldMasterId id="2147483654" r:id="rId7"/>
    <p:sldMasterId id="2147483655" r:id="rId8"/>
    <p:sldMasterId id="2147483656" r:id="rId9"/>
    <p:sldMasterId id="2147483657" r:id="rId10"/>
  </p:sldMasterIdLst>
  <p:notesMasterIdLst>
    <p:notesMasterId r:id="rId21"/>
  </p:notesMasterIdLst>
  <p:sldIdLst>
    <p:sldId id="257" r:id="rId11"/>
    <p:sldId id="258" r:id="rId12"/>
    <p:sldId id="259" r:id="rId13"/>
    <p:sldId id="260" r:id="rId14"/>
    <p:sldId id="261" r:id="rId15"/>
    <p:sldId id="262" r:id="rId16"/>
    <p:sldId id="263" r:id="rId17"/>
    <p:sldId id="264" r:id="rId18"/>
    <p:sldId id="265" r:id="rId19"/>
    <p:sldId id="26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8" d="100"/>
          <a:sy n="58" d="100"/>
        </p:scale>
        <p:origin x="92" y="3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3.xml"/><Relationship Id="rId18" Type="http://schemas.openxmlformats.org/officeDocument/2006/relationships/slide" Target="slides/slide8.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Master" Target="slideMasters/slideMaster7.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6.xml"/><Relationship Id="rId20" Type="http://schemas.openxmlformats.org/officeDocument/2006/relationships/slide" Target="slides/slide10.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24"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5.xml"/><Relationship Id="rId23"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 Target="slides/slide9.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v>Messages Processed</c:v>
          </c:tx>
          <c:spPr>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Intent Classifier</c:v>
                </c:pt>
                <c:pt idx="1">
                  <c:v>Router</c:v>
                </c:pt>
                <c:pt idx="2">
                  <c:v>Order Context</c:v>
                </c:pt>
                <c:pt idx="3">
                  <c:v>Policy Retrieval</c:v>
                </c:pt>
                <c:pt idx="4">
                  <c:v>Product Advisory</c:v>
                </c:pt>
                <c:pt idx="5">
                  <c:v>Workflow Automation</c:v>
                </c:pt>
                <c:pt idx="6">
                  <c:v>Risk Evaluation &amp; Escalation</c:v>
                </c:pt>
                <c:pt idx="7">
                  <c:v>Response Generation</c:v>
                </c:pt>
              </c:strCache>
            </c:strRef>
          </c:cat>
          <c:val>
            <c:numRef>
              <c:f>Sheet1!$B$2:$B$9</c:f>
              <c:numCache>
                <c:formatCode>General</c:formatCode>
                <c:ptCount val="8"/>
                <c:pt idx="0">
                  <c:v>1000</c:v>
                </c:pt>
                <c:pt idx="1">
                  <c:v>1000</c:v>
                </c:pt>
                <c:pt idx="2">
                  <c:v>950</c:v>
                </c:pt>
                <c:pt idx="3">
                  <c:v>940</c:v>
                </c:pt>
                <c:pt idx="4">
                  <c:v>300</c:v>
                </c:pt>
                <c:pt idx="5">
                  <c:v>400</c:v>
                </c:pt>
                <c:pt idx="6">
                  <c:v>150</c:v>
                </c:pt>
                <c:pt idx="7">
                  <c:v>1000</c:v>
                </c:pt>
              </c:numCache>
            </c:numRef>
          </c:val>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6="http://schemas.microsoft.com/office/drawing/2014/chart" uri="{C3380CC4-5D6E-409C-BE32-E72D297353CC}">
              <c16:uniqueId val="{00000000-6E47-DC49-8924-0264C939B55F}"/>
            </c:ext>
          </c:extLst>
        </c:ser>
        <c:dLbls>
          <c:dLblPos val="ctr"/>
          <c:showLegendKey val="0"/>
          <c:showVal val="1"/>
          <c:showCatName val="0"/>
          <c:showSerName val="0"/>
          <c:showPercent val="0"/>
          <c:showBubbleSize val="0"/>
        </c:dLbls>
        <c:gapWidth val="15"/>
        <c:overlap val="100"/>
        <c:axId val="997681952"/>
        <c:axId val="998023600"/>
      </c:barChart>
      <c:catAx>
        <c:axId val="997681952"/>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998023600"/>
        <c:crosses val="autoZero"/>
        <c:auto val="1"/>
        <c:lblAlgn val="ctr"/>
        <c:lblOffset val="100"/>
        <c:noMultiLvlLbl val="0"/>
      </c:catAx>
      <c:valAx>
        <c:axId val="998023600"/>
        <c:scaling>
          <c:orientation val="minMax"/>
        </c:scaling>
        <c:delete val="0"/>
        <c:axPos val="l"/>
        <c:majorGridlines>
          <c:spPr>
            <a:ln w="9525" cap="flat" cmpd="sng" algn="ctr">
              <a:noFill/>
              <a:round/>
            </a:ln>
            <a:effectLst/>
          </c:spPr>
        </c:majorGridlines>
        <c:numFmt formatCode="General" sourceLinked="1"/>
        <c:majorTickMark val="none"/>
        <c:minorTickMark val="none"/>
        <c:tickLblPos val="none"/>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9976819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1"/>
          </a:solidFill>
          <a:latin typeface="+mn-l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7146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a:extLst>
            <a:ext uri="{FF2B5EF4-FFF2-40B4-BE49-F238E27FC236}">
              <a16:creationId xmlns:a16="http://schemas.microsoft.com/office/drawing/2014/main" id="{0AD775AB-06DE-A0BA-6F81-990C4F3FC482}"/>
            </a:ext>
          </a:extLst>
        </p:cNvPr>
        <p:cNvGrpSpPr/>
        <p:nvPr/>
      </p:nvGrpSpPr>
      <p:grpSpPr>
        <a:xfrm>
          <a:off x="0" y="0"/>
          <a:ext cx="0" cy="0"/>
          <a:chOff x="0" y="0"/>
          <a:chExt cx="0" cy="0"/>
        </a:xfrm>
      </p:grpSpPr>
      <p:sp>
        <p:nvSpPr>
          <p:cNvPr id="589" name="Google Shape;589;g23a5bb69e0b_0_0:notes">
            <a:extLst>
              <a:ext uri="{FF2B5EF4-FFF2-40B4-BE49-F238E27FC236}">
                <a16:creationId xmlns:a16="http://schemas.microsoft.com/office/drawing/2014/main" id="{FFD0D6E7-7199-DEC6-7172-234B1D318D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0" name="Google Shape;590;g23a5bb69e0b_0_0:notes">
            <a:extLst>
              <a:ext uri="{FF2B5EF4-FFF2-40B4-BE49-F238E27FC236}">
                <a16:creationId xmlns:a16="http://schemas.microsoft.com/office/drawing/2014/main" id="{7B34D6AC-1B5F-59A9-2590-F99728DB5A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9118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9">
          <a:extLst>
            <a:ext uri="{FF2B5EF4-FFF2-40B4-BE49-F238E27FC236}">
              <a16:creationId xmlns:a16="http://schemas.microsoft.com/office/drawing/2014/main" id="{456BAD15-6B0A-CA32-B221-6CBC6DFE1C2F}"/>
            </a:ext>
          </a:extLst>
        </p:cNvPr>
        <p:cNvGrpSpPr/>
        <p:nvPr/>
      </p:nvGrpSpPr>
      <p:grpSpPr>
        <a:xfrm>
          <a:off x="0" y="0"/>
          <a:ext cx="0" cy="0"/>
          <a:chOff x="0" y="0"/>
          <a:chExt cx="0" cy="0"/>
        </a:xfrm>
      </p:grpSpPr>
      <p:sp>
        <p:nvSpPr>
          <p:cNvPr id="10520" name="Google Shape;10520;g2e68d9fe7af_7_532:notes">
            <a:extLst>
              <a:ext uri="{FF2B5EF4-FFF2-40B4-BE49-F238E27FC236}">
                <a16:creationId xmlns:a16="http://schemas.microsoft.com/office/drawing/2014/main" id="{961126C9-A059-EEDB-0807-02AFE65D30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21" name="Google Shape;10521;g2e68d9fe7af_7_532:notes">
            <a:extLst>
              <a:ext uri="{FF2B5EF4-FFF2-40B4-BE49-F238E27FC236}">
                <a16:creationId xmlns:a16="http://schemas.microsoft.com/office/drawing/2014/main" id="{6843E377-A49E-971C-A3F0-1147B1AF633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sz="1400" dirty="0"/>
              <a:t>This slide explains the key value proposition of ShopEase’s multi-agent AI system. Emphasize the fragmented problem space and how a specialized, orchestrated approach solves it. Highlight the live demo proof points and the operational outcomes—especially the sub-3 second latency and compliance features that matter to enterprise stakeholders.</a:t>
            </a:r>
            <a:endParaRPr>
              <a:solidFill>
                <a:schemeClr val="dk1"/>
              </a:solidFill>
            </a:endParaRPr>
          </a:p>
        </p:txBody>
      </p:sp>
    </p:spTree>
    <p:extLst>
      <p:ext uri="{BB962C8B-B14F-4D97-AF65-F5344CB8AC3E}">
        <p14:creationId xmlns:p14="http://schemas.microsoft.com/office/powerpoint/2010/main" val="41722262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9">
          <a:extLst>
            <a:ext uri="{FF2B5EF4-FFF2-40B4-BE49-F238E27FC236}">
              <a16:creationId xmlns:a16="http://schemas.microsoft.com/office/drawing/2014/main" id="{9B6EAE8E-FBC9-1AFC-99FB-F6A0F61E44D8}"/>
            </a:ext>
          </a:extLst>
        </p:cNvPr>
        <p:cNvGrpSpPr/>
        <p:nvPr/>
      </p:nvGrpSpPr>
      <p:grpSpPr>
        <a:xfrm>
          <a:off x="0" y="0"/>
          <a:ext cx="0" cy="0"/>
          <a:chOff x="0" y="0"/>
          <a:chExt cx="0" cy="0"/>
        </a:xfrm>
      </p:grpSpPr>
      <p:sp>
        <p:nvSpPr>
          <p:cNvPr id="10520" name="Google Shape;10520;g2e68d9fe7af_7_532:notes">
            <a:extLst>
              <a:ext uri="{FF2B5EF4-FFF2-40B4-BE49-F238E27FC236}">
                <a16:creationId xmlns:a16="http://schemas.microsoft.com/office/drawing/2014/main" id="{8784F4C7-3935-2A7C-5AE4-59E2CF3225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21" name="Google Shape;10521;g2e68d9fe7af_7_532:notes">
            <a:extLst>
              <a:ext uri="{FF2B5EF4-FFF2-40B4-BE49-F238E27FC236}">
                <a16:creationId xmlns:a16="http://schemas.microsoft.com/office/drawing/2014/main" id="{65DE2E8E-A3CB-366E-FD5D-EE5F595004C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sz="1400" dirty="0"/>
              <a:t>This slide demonstrates that poor customer support is the primary driver of e-commerce churn. Highlight the high volume and fragmented nature of support interactions, the inconsistency in agent responses, and the operational inefficiencies that cause customer frustration. Emphasize the 70% churn statistic as a key business risk and the opportunity for improvement through better support systems.</a:t>
            </a:r>
            <a:endParaRPr>
              <a:solidFill>
                <a:schemeClr val="dk1"/>
              </a:solidFill>
            </a:endParaRPr>
          </a:p>
        </p:txBody>
      </p:sp>
    </p:spTree>
    <p:extLst>
      <p:ext uri="{BB962C8B-B14F-4D97-AF65-F5344CB8AC3E}">
        <p14:creationId xmlns:p14="http://schemas.microsoft.com/office/powerpoint/2010/main" val="3730746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9">
          <a:extLst>
            <a:ext uri="{FF2B5EF4-FFF2-40B4-BE49-F238E27FC236}">
              <a16:creationId xmlns:a16="http://schemas.microsoft.com/office/drawing/2014/main" id="{EBA38981-F545-FA82-D427-541B74E1C35D}"/>
            </a:ext>
          </a:extLst>
        </p:cNvPr>
        <p:cNvGrpSpPr/>
        <p:nvPr/>
      </p:nvGrpSpPr>
      <p:grpSpPr>
        <a:xfrm>
          <a:off x="0" y="0"/>
          <a:ext cx="0" cy="0"/>
          <a:chOff x="0" y="0"/>
          <a:chExt cx="0" cy="0"/>
        </a:xfrm>
      </p:grpSpPr>
      <p:sp>
        <p:nvSpPr>
          <p:cNvPr id="10520" name="Google Shape;10520;g2e68d9fe7af_7_532:notes">
            <a:extLst>
              <a:ext uri="{FF2B5EF4-FFF2-40B4-BE49-F238E27FC236}">
                <a16:creationId xmlns:a16="http://schemas.microsoft.com/office/drawing/2014/main" id="{32777F98-B48F-F4E9-909A-C81A15BD82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21" name="Google Shape;10521;g2e68d9fe7af_7_532:notes">
            <a:extLst>
              <a:ext uri="{FF2B5EF4-FFF2-40B4-BE49-F238E27FC236}">
                <a16:creationId xmlns:a16="http://schemas.microsoft.com/office/drawing/2014/main" id="{263F0533-FF8D-3B2E-3F15-F72644BCF99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sz="1400" dirty="0"/>
              <a:t>This slide highlights the critical shortcomings of off-the-shelf chatbots based solely on large language models, such as hallucination and lack of grounding. We contrast these with our sophisticated agentic AI architecture that integrates specialized agents, real-time knowledge retrieval, human oversight, and an audit trail. This design ensures regulatory compliance, reduces risk, and improves customer experience by preserving context and supporting complex workflows.</a:t>
            </a:r>
            <a:endParaRPr>
              <a:solidFill>
                <a:schemeClr val="dk1"/>
              </a:solidFill>
            </a:endParaRPr>
          </a:p>
        </p:txBody>
      </p:sp>
    </p:spTree>
    <p:extLst>
      <p:ext uri="{BB962C8B-B14F-4D97-AF65-F5344CB8AC3E}">
        <p14:creationId xmlns:p14="http://schemas.microsoft.com/office/powerpoint/2010/main" val="20840640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9">
          <a:extLst>
            <a:ext uri="{FF2B5EF4-FFF2-40B4-BE49-F238E27FC236}">
              <a16:creationId xmlns:a16="http://schemas.microsoft.com/office/drawing/2014/main" id="{FD9F65DB-C297-6FC9-A564-916C2D8A5ACE}"/>
            </a:ext>
          </a:extLst>
        </p:cNvPr>
        <p:cNvGrpSpPr/>
        <p:nvPr/>
      </p:nvGrpSpPr>
      <p:grpSpPr>
        <a:xfrm>
          <a:off x="0" y="0"/>
          <a:ext cx="0" cy="0"/>
          <a:chOff x="0" y="0"/>
          <a:chExt cx="0" cy="0"/>
        </a:xfrm>
      </p:grpSpPr>
      <p:sp>
        <p:nvSpPr>
          <p:cNvPr id="10520" name="Google Shape;10520;g2e68d9fe7af_7_532:notes">
            <a:extLst>
              <a:ext uri="{FF2B5EF4-FFF2-40B4-BE49-F238E27FC236}">
                <a16:creationId xmlns:a16="http://schemas.microsoft.com/office/drawing/2014/main" id="{6423B81F-EC75-3563-81CB-A1F10A7420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21" name="Google Shape;10521;g2e68d9fe7af_7_532:notes">
            <a:extLst>
              <a:ext uri="{FF2B5EF4-FFF2-40B4-BE49-F238E27FC236}">
                <a16:creationId xmlns:a16="http://schemas.microsoft.com/office/drawing/2014/main" id="{51151CA3-0C25-64D7-661E-76BF6BA92B3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sz="1400" dirty="0"/>
              <a:t>This slide highlights the core architecture of our ShopEase system, emphasizing how the seven specialized agents collaborate like a real customer support team. Each agent focuses on a defined domain, improving accuracy and operational control. LangGraph orchestrates seamless communication and workflow continuity, while grounding and HITL mechanisms ensure safety and compliance. This multi-agent design directly addresses the limitations of generic LLMs and enhances enterprise readiness.</a:t>
            </a:r>
            <a:endParaRPr>
              <a:solidFill>
                <a:schemeClr val="dk1"/>
              </a:solidFill>
            </a:endParaRPr>
          </a:p>
        </p:txBody>
      </p:sp>
    </p:spTree>
    <p:extLst>
      <p:ext uri="{BB962C8B-B14F-4D97-AF65-F5344CB8AC3E}">
        <p14:creationId xmlns:p14="http://schemas.microsoft.com/office/powerpoint/2010/main" val="2767028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9">
          <a:extLst>
            <a:ext uri="{FF2B5EF4-FFF2-40B4-BE49-F238E27FC236}">
              <a16:creationId xmlns:a16="http://schemas.microsoft.com/office/drawing/2014/main" id="{BEB5B764-7648-0092-0623-C0CB8B7B9699}"/>
            </a:ext>
          </a:extLst>
        </p:cNvPr>
        <p:cNvGrpSpPr/>
        <p:nvPr/>
      </p:nvGrpSpPr>
      <p:grpSpPr>
        <a:xfrm>
          <a:off x="0" y="0"/>
          <a:ext cx="0" cy="0"/>
          <a:chOff x="0" y="0"/>
          <a:chExt cx="0" cy="0"/>
        </a:xfrm>
      </p:grpSpPr>
      <p:sp>
        <p:nvSpPr>
          <p:cNvPr id="10520" name="Google Shape;10520;g2e68d9fe7af_7_532:notes">
            <a:extLst>
              <a:ext uri="{FF2B5EF4-FFF2-40B4-BE49-F238E27FC236}">
                <a16:creationId xmlns:a16="http://schemas.microsoft.com/office/drawing/2014/main" id="{66EAD8F6-B1ED-0C74-A917-E979E0C87C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21" name="Google Shape;10521;g2e68d9fe7af_7_532:notes">
            <a:extLst>
              <a:ext uri="{FF2B5EF4-FFF2-40B4-BE49-F238E27FC236}">
                <a16:creationId xmlns:a16="http://schemas.microsoft.com/office/drawing/2014/main" id="{6B90EC5D-0E97-686F-92FB-41E5C0B5F9B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sz="1400" dirty="0"/>
              <a:t>This slide shows how customer messages flow through our 7-agent architecture. Start by explaining the Intent Classifier's role in understanding customer intent and sentiment. Highlight LangGraph's orchestration enabling seamless agent communication. Emphasize grounding via Order Context and Policy Retrieval using the RAG layer. Discuss risk evaluation and HITL escalation ensuring compliance and quality before response generation. This flow guarantees rapid, accurate, and auditable customer support at scale.</a:t>
            </a:r>
            <a:endParaRPr>
              <a:solidFill>
                <a:schemeClr val="dk1"/>
              </a:solidFill>
            </a:endParaRPr>
          </a:p>
        </p:txBody>
      </p:sp>
    </p:spTree>
    <p:extLst>
      <p:ext uri="{BB962C8B-B14F-4D97-AF65-F5344CB8AC3E}">
        <p14:creationId xmlns:p14="http://schemas.microsoft.com/office/powerpoint/2010/main" val="18791592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9">
          <a:extLst>
            <a:ext uri="{FF2B5EF4-FFF2-40B4-BE49-F238E27FC236}">
              <a16:creationId xmlns:a16="http://schemas.microsoft.com/office/drawing/2014/main" id="{89AF31E5-0BC3-FD32-3560-18D4026305C9}"/>
            </a:ext>
          </a:extLst>
        </p:cNvPr>
        <p:cNvGrpSpPr/>
        <p:nvPr/>
      </p:nvGrpSpPr>
      <p:grpSpPr>
        <a:xfrm>
          <a:off x="0" y="0"/>
          <a:ext cx="0" cy="0"/>
          <a:chOff x="0" y="0"/>
          <a:chExt cx="0" cy="0"/>
        </a:xfrm>
      </p:grpSpPr>
      <p:sp>
        <p:nvSpPr>
          <p:cNvPr id="10520" name="Google Shape;10520;g2e68d9fe7af_7_532:notes">
            <a:extLst>
              <a:ext uri="{FF2B5EF4-FFF2-40B4-BE49-F238E27FC236}">
                <a16:creationId xmlns:a16="http://schemas.microsoft.com/office/drawing/2014/main" id="{79B78625-4AD7-B77E-8A96-1848E171E2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21" name="Google Shape;10521;g2e68d9fe7af_7_532:notes">
            <a:extLst>
              <a:ext uri="{FF2B5EF4-FFF2-40B4-BE49-F238E27FC236}">
                <a16:creationId xmlns:a16="http://schemas.microsoft.com/office/drawing/2014/main" id="{74F93CF3-4769-BBA6-EB86-2E05857D0F1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sz="1400" dirty="0"/>
              <a:t>This slide highlights the Intent Classifier agent, the first and foundational step in our ShopEase system. Explain how it uses GPT-4o to analyze incoming customer messages, accurately classifying them into nine specific intents. Emphasize how it captures sentiment and urgency, which enables smart routing and personalized responses. Walk through the example JSON input-output to illustrate the practical application. This clarity ensures directors understand how this critical component drives efficiency and customer satisfaction from the outset.</a:t>
            </a:r>
            <a:endParaRPr>
              <a:solidFill>
                <a:schemeClr val="dk1"/>
              </a:solidFill>
            </a:endParaRPr>
          </a:p>
        </p:txBody>
      </p:sp>
    </p:spTree>
    <p:extLst>
      <p:ext uri="{BB962C8B-B14F-4D97-AF65-F5344CB8AC3E}">
        <p14:creationId xmlns:p14="http://schemas.microsoft.com/office/powerpoint/2010/main" val="338635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9">
          <a:extLst>
            <a:ext uri="{FF2B5EF4-FFF2-40B4-BE49-F238E27FC236}">
              <a16:creationId xmlns:a16="http://schemas.microsoft.com/office/drawing/2014/main" id="{4ADC6199-2A32-A8F2-011B-B232BBECD664}"/>
            </a:ext>
          </a:extLst>
        </p:cNvPr>
        <p:cNvGrpSpPr/>
        <p:nvPr/>
      </p:nvGrpSpPr>
      <p:grpSpPr>
        <a:xfrm>
          <a:off x="0" y="0"/>
          <a:ext cx="0" cy="0"/>
          <a:chOff x="0" y="0"/>
          <a:chExt cx="0" cy="0"/>
        </a:xfrm>
      </p:grpSpPr>
      <p:sp>
        <p:nvSpPr>
          <p:cNvPr id="10520" name="Google Shape;10520;g2e68d9fe7af_7_532:notes">
            <a:extLst>
              <a:ext uri="{FF2B5EF4-FFF2-40B4-BE49-F238E27FC236}">
                <a16:creationId xmlns:a16="http://schemas.microsoft.com/office/drawing/2014/main" id="{C4A6A9DD-5834-AAD7-BB18-A54DECFA9A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21" name="Google Shape;10521;g2e68d9fe7af_7_532:notes">
            <a:extLst>
              <a:ext uri="{FF2B5EF4-FFF2-40B4-BE49-F238E27FC236}">
                <a16:creationId xmlns:a16="http://schemas.microsoft.com/office/drawing/2014/main" id="{06052D93-7177-1B88-5C86-8EFE4138A63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sz="1400" dirty="0"/>
              <a:t>Explain how the Order Context agent integrates multiple data sources to provide a comprehensive, real-time view of customer orders. Emphasize the scalability and production readiness of the data architecture, which supports a seamless transition to enterprise environments without code changes. Highlight the benefits of having detailed order timelines for improving customer support accuracy and reducing resolution times.</a:t>
            </a:r>
            <a:endParaRPr>
              <a:solidFill>
                <a:schemeClr val="dk1"/>
              </a:solidFill>
            </a:endParaRPr>
          </a:p>
        </p:txBody>
      </p:sp>
    </p:spTree>
    <p:extLst>
      <p:ext uri="{BB962C8B-B14F-4D97-AF65-F5344CB8AC3E}">
        <p14:creationId xmlns:p14="http://schemas.microsoft.com/office/powerpoint/2010/main" val="33702458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9">
          <a:extLst>
            <a:ext uri="{FF2B5EF4-FFF2-40B4-BE49-F238E27FC236}">
              <a16:creationId xmlns:a16="http://schemas.microsoft.com/office/drawing/2014/main" id="{424ECAD7-6A43-51D7-AFA4-FEC497174506}"/>
            </a:ext>
          </a:extLst>
        </p:cNvPr>
        <p:cNvGrpSpPr/>
        <p:nvPr/>
      </p:nvGrpSpPr>
      <p:grpSpPr>
        <a:xfrm>
          <a:off x="0" y="0"/>
          <a:ext cx="0" cy="0"/>
          <a:chOff x="0" y="0"/>
          <a:chExt cx="0" cy="0"/>
        </a:xfrm>
      </p:grpSpPr>
      <p:sp>
        <p:nvSpPr>
          <p:cNvPr id="10520" name="Google Shape;10520;g2e68d9fe7af_7_532:notes">
            <a:extLst>
              <a:ext uri="{FF2B5EF4-FFF2-40B4-BE49-F238E27FC236}">
                <a16:creationId xmlns:a16="http://schemas.microsoft.com/office/drawing/2014/main" id="{0EE96B08-ABCB-6E53-9F05-05AD2C7B0E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21" name="Google Shape;10521;g2e68d9fe7af_7_532:notes">
            <a:extLst>
              <a:ext uri="{FF2B5EF4-FFF2-40B4-BE49-F238E27FC236}">
                <a16:creationId xmlns:a16="http://schemas.microsoft.com/office/drawing/2014/main" id="{A6AFDB1A-4879-218D-15E3-5967F8A6840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endParaRPr>
              <a:solidFill>
                <a:schemeClr val="dk1"/>
              </a:solidFill>
            </a:endParaRPr>
          </a:p>
          <a:p>
            <a:pPr marL="0" lvl="0" indent="0" algn="l" rtl="0">
              <a:lnSpc>
                <a:spcPct val="100000"/>
              </a:lnSpc>
              <a:spcBef>
                <a:spcPts val="0"/>
              </a:spcBef>
              <a:spcAft>
                <a:spcPts val="0"/>
              </a:spcAft>
              <a:buClr>
                <a:srgbClr val="000000"/>
              </a:buClr>
              <a:buSzPts val="1100"/>
              <a:buFont typeface="Arial"/>
              <a:buNone/>
            </a:pPr>
            <a:r>
              <a:rPr lang="en-US" sz="1400" dirty="0"/>
              <a:t>This slide details the Policy Retrieval Agent’s architecture and its critical role in eliminating hallucinations by grounding responses in verified policies. Emphasize the 100% grounding test pass rate and how the RAG approach ensures reliable, auditable customer support answers. Highlight the audit trail and compliance benefits, which are essential for enterprise deployments.</a:t>
            </a:r>
            <a:endParaRPr>
              <a:solidFill>
                <a:schemeClr val="dk1"/>
              </a:solidFill>
            </a:endParaRPr>
          </a:p>
        </p:txBody>
      </p:sp>
    </p:spTree>
    <p:extLst>
      <p:ext uri="{BB962C8B-B14F-4D97-AF65-F5344CB8AC3E}">
        <p14:creationId xmlns:p14="http://schemas.microsoft.com/office/powerpoint/2010/main" val="34618427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9435A-55E9-8F45-6B58-154BCE0E87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F2D9D54-B0FD-D8F1-5AED-BE03148162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E0CF1CA-E295-9092-D96C-12B152A26FC5}"/>
              </a:ext>
            </a:extLst>
          </p:cNvPr>
          <p:cNvSpPr>
            <a:spLocks noGrp="1"/>
          </p:cNvSpPr>
          <p:nvPr>
            <p:ph type="dt" sz="half" idx="10"/>
          </p:nvPr>
        </p:nvSpPr>
        <p:spPr/>
        <p:txBody>
          <a:bodyPr/>
          <a:lstStyle/>
          <a:p>
            <a:fld id="{DB1FAD44-F6D0-4C7C-8206-F45DB611304A}" type="datetimeFigureOut">
              <a:rPr lang="en-US" smtClean="0"/>
              <a:t>6/1/2026</a:t>
            </a:fld>
            <a:endParaRPr lang="en-US"/>
          </a:p>
        </p:txBody>
      </p:sp>
      <p:sp>
        <p:nvSpPr>
          <p:cNvPr id="5" name="Footer Placeholder 4">
            <a:extLst>
              <a:ext uri="{FF2B5EF4-FFF2-40B4-BE49-F238E27FC236}">
                <a16:creationId xmlns:a16="http://schemas.microsoft.com/office/drawing/2014/main" id="{EBBB803B-F6D5-EBBB-339F-B0EE749881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66EA5D-DD50-5B0F-2908-056C9C79F960}"/>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94538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147D3-7CAF-E778-127C-EB36EE0199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7DC2F3-E578-B9AA-C6E9-B0A937EC03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8419A6-9272-0369-CA69-38A16213E0D3}"/>
              </a:ext>
            </a:extLst>
          </p:cNvPr>
          <p:cNvSpPr>
            <a:spLocks noGrp="1"/>
          </p:cNvSpPr>
          <p:nvPr>
            <p:ph type="dt" sz="half" idx="10"/>
          </p:nvPr>
        </p:nvSpPr>
        <p:spPr/>
        <p:txBody>
          <a:bodyPr/>
          <a:lstStyle/>
          <a:p>
            <a:fld id="{DB1FAD44-F6D0-4C7C-8206-F45DB611304A}" type="datetimeFigureOut">
              <a:rPr lang="en-US" smtClean="0"/>
              <a:t>6/1/2026</a:t>
            </a:fld>
            <a:endParaRPr lang="en-US"/>
          </a:p>
        </p:txBody>
      </p:sp>
      <p:sp>
        <p:nvSpPr>
          <p:cNvPr id="5" name="Footer Placeholder 4">
            <a:extLst>
              <a:ext uri="{FF2B5EF4-FFF2-40B4-BE49-F238E27FC236}">
                <a16:creationId xmlns:a16="http://schemas.microsoft.com/office/drawing/2014/main" id="{AC0F883D-E45F-8FD1-1C08-CBC168F62A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BD75E8-ADB4-1A15-B148-0215629C8FAA}"/>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4162808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8AE3-0B7F-0F6C-4161-246DB8362D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D8EF875-DCDA-F2BD-42B8-C1F4FC4DB1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7DC1CB-7833-83F0-DE2F-30938632C8E5}"/>
              </a:ext>
            </a:extLst>
          </p:cNvPr>
          <p:cNvSpPr>
            <a:spLocks noGrp="1"/>
          </p:cNvSpPr>
          <p:nvPr>
            <p:ph type="dt" sz="half" idx="10"/>
          </p:nvPr>
        </p:nvSpPr>
        <p:spPr/>
        <p:txBody>
          <a:bodyPr/>
          <a:lstStyle/>
          <a:p>
            <a:fld id="{DB1FAD44-F6D0-4C7C-8206-F45DB611304A}" type="datetimeFigureOut">
              <a:rPr lang="en-US" smtClean="0"/>
              <a:t>6/1/2026</a:t>
            </a:fld>
            <a:endParaRPr lang="en-US"/>
          </a:p>
        </p:txBody>
      </p:sp>
      <p:sp>
        <p:nvSpPr>
          <p:cNvPr id="5" name="Footer Placeholder 4">
            <a:extLst>
              <a:ext uri="{FF2B5EF4-FFF2-40B4-BE49-F238E27FC236}">
                <a16:creationId xmlns:a16="http://schemas.microsoft.com/office/drawing/2014/main" id="{A961E56F-F138-523E-9263-AF7EF65F37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DF7168-660A-BFC1-02D4-C33094392E51}"/>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89184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ACE6F-B83F-D954-0F90-70679C8D3C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30B51D-0CF0-92B7-F6D3-C393B43110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C27F6AF-5C3A-21C7-55A8-08543AD243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787AB9-B373-53AD-E2E0-2F397315ACA3}"/>
              </a:ext>
            </a:extLst>
          </p:cNvPr>
          <p:cNvSpPr>
            <a:spLocks noGrp="1"/>
          </p:cNvSpPr>
          <p:nvPr>
            <p:ph type="dt" sz="half" idx="10"/>
          </p:nvPr>
        </p:nvSpPr>
        <p:spPr/>
        <p:txBody>
          <a:bodyPr/>
          <a:lstStyle/>
          <a:p>
            <a:fld id="{DB1FAD44-F6D0-4C7C-8206-F45DB611304A}" type="datetimeFigureOut">
              <a:rPr lang="en-US" smtClean="0"/>
              <a:t>6/1/2026</a:t>
            </a:fld>
            <a:endParaRPr lang="en-US"/>
          </a:p>
        </p:txBody>
      </p:sp>
      <p:sp>
        <p:nvSpPr>
          <p:cNvPr id="6" name="Footer Placeholder 5">
            <a:extLst>
              <a:ext uri="{FF2B5EF4-FFF2-40B4-BE49-F238E27FC236}">
                <a16:creationId xmlns:a16="http://schemas.microsoft.com/office/drawing/2014/main" id="{104ED33D-3DD9-4B35-7026-C858E4C7EB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B328C9-8311-F019-3DCC-ED2B51447230}"/>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1500929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5146D-60B2-24B9-728D-604EB71730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43D396-51F7-49AB-3F99-B8270BD44D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AE1936-B0A4-38E1-34E5-9608DBAF76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FD63416-005B-0785-25D5-11598D0A22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266390-113D-C0AA-498D-C06AAFACAF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8BDD544-6E41-A9B2-F48B-9488D9AD9A13}"/>
              </a:ext>
            </a:extLst>
          </p:cNvPr>
          <p:cNvSpPr>
            <a:spLocks noGrp="1"/>
          </p:cNvSpPr>
          <p:nvPr>
            <p:ph type="dt" sz="half" idx="10"/>
          </p:nvPr>
        </p:nvSpPr>
        <p:spPr/>
        <p:txBody>
          <a:bodyPr/>
          <a:lstStyle/>
          <a:p>
            <a:fld id="{DB1FAD44-F6D0-4C7C-8206-F45DB611304A}" type="datetimeFigureOut">
              <a:rPr lang="en-US" smtClean="0"/>
              <a:t>6/1/2026</a:t>
            </a:fld>
            <a:endParaRPr lang="en-US"/>
          </a:p>
        </p:txBody>
      </p:sp>
      <p:sp>
        <p:nvSpPr>
          <p:cNvPr id="8" name="Footer Placeholder 7">
            <a:extLst>
              <a:ext uri="{FF2B5EF4-FFF2-40B4-BE49-F238E27FC236}">
                <a16:creationId xmlns:a16="http://schemas.microsoft.com/office/drawing/2014/main" id="{176D1115-A07E-F5FE-4179-DE6AAA0973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DDC1AC-4A0D-C74A-ED55-8BCBE8A6166B}"/>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1865661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6C768-6826-AAD0-0395-E5F0DC0EFD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E8782D-E635-1CDC-B504-7A8C1D253E0A}"/>
              </a:ext>
            </a:extLst>
          </p:cNvPr>
          <p:cNvSpPr>
            <a:spLocks noGrp="1"/>
          </p:cNvSpPr>
          <p:nvPr>
            <p:ph type="dt" sz="half" idx="10"/>
          </p:nvPr>
        </p:nvSpPr>
        <p:spPr/>
        <p:txBody>
          <a:bodyPr/>
          <a:lstStyle/>
          <a:p>
            <a:fld id="{DB1FAD44-F6D0-4C7C-8206-F45DB611304A}" type="datetimeFigureOut">
              <a:rPr lang="en-US" smtClean="0"/>
              <a:t>6/1/2026</a:t>
            </a:fld>
            <a:endParaRPr lang="en-US"/>
          </a:p>
        </p:txBody>
      </p:sp>
      <p:sp>
        <p:nvSpPr>
          <p:cNvPr id="4" name="Footer Placeholder 3">
            <a:extLst>
              <a:ext uri="{FF2B5EF4-FFF2-40B4-BE49-F238E27FC236}">
                <a16:creationId xmlns:a16="http://schemas.microsoft.com/office/drawing/2014/main" id="{93FE2719-64CE-837D-5896-60BAA0AA423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CFBCE37-B62A-19D9-CCA9-F795E8BCCC64}"/>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1387656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BC0F13-6A7B-BE98-9301-A6933B7A4173}"/>
              </a:ext>
            </a:extLst>
          </p:cNvPr>
          <p:cNvSpPr>
            <a:spLocks noGrp="1"/>
          </p:cNvSpPr>
          <p:nvPr>
            <p:ph type="dt" sz="half" idx="10"/>
          </p:nvPr>
        </p:nvSpPr>
        <p:spPr/>
        <p:txBody>
          <a:bodyPr/>
          <a:lstStyle/>
          <a:p>
            <a:fld id="{DB1FAD44-F6D0-4C7C-8206-F45DB611304A}" type="datetimeFigureOut">
              <a:rPr lang="en-US" smtClean="0"/>
              <a:t>6/1/2026</a:t>
            </a:fld>
            <a:endParaRPr lang="en-US"/>
          </a:p>
        </p:txBody>
      </p:sp>
      <p:sp>
        <p:nvSpPr>
          <p:cNvPr id="3" name="Footer Placeholder 2">
            <a:extLst>
              <a:ext uri="{FF2B5EF4-FFF2-40B4-BE49-F238E27FC236}">
                <a16:creationId xmlns:a16="http://schemas.microsoft.com/office/drawing/2014/main" id="{4B127AEF-634A-5927-F71A-B4BDF7AC5A1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A5DE9C9-AFF4-F7BB-B26A-1735CA412E19}"/>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4286819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66F78-4764-A0EF-0ABB-8825EEE5C6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90D6607-296B-16B1-A7B5-BF8C3A5D68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7A4EFEB-4F1D-EFAD-7BBB-1D5BA9893D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937C2D-1E88-8148-EBC2-4D4E6AAE02C0}"/>
              </a:ext>
            </a:extLst>
          </p:cNvPr>
          <p:cNvSpPr>
            <a:spLocks noGrp="1"/>
          </p:cNvSpPr>
          <p:nvPr>
            <p:ph type="dt" sz="half" idx="10"/>
          </p:nvPr>
        </p:nvSpPr>
        <p:spPr/>
        <p:txBody>
          <a:bodyPr/>
          <a:lstStyle/>
          <a:p>
            <a:fld id="{DB1FAD44-F6D0-4C7C-8206-F45DB611304A}" type="datetimeFigureOut">
              <a:rPr lang="en-US" smtClean="0"/>
              <a:t>6/1/2026</a:t>
            </a:fld>
            <a:endParaRPr lang="en-US"/>
          </a:p>
        </p:txBody>
      </p:sp>
      <p:sp>
        <p:nvSpPr>
          <p:cNvPr id="6" name="Footer Placeholder 5">
            <a:extLst>
              <a:ext uri="{FF2B5EF4-FFF2-40B4-BE49-F238E27FC236}">
                <a16:creationId xmlns:a16="http://schemas.microsoft.com/office/drawing/2014/main" id="{2B43B8CF-2AE1-4D3C-96CE-0ED0DC4211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8EC844-DDC6-5532-CE15-23547D424A4B}"/>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3110095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F569D-018A-1F56-4F95-61D35E24A1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157E67-1458-FE53-E579-B0D70DA1ED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2216883-BF87-53E6-BA9E-896F51A844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8D87C0-A5FB-7F91-AB04-614FB4EB32BF}"/>
              </a:ext>
            </a:extLst>
          </p:cNvPr>
          <p:cNvSpPr>
            <a:spLocks noGrp="1"/>
          </p:cNvSpPr>
          <p:nvPr>
            <p:ph type="dt" sz="half" idx="10"/>
          </p:nvPr>
        </p:nvSpPr>
        <p:spPr/>
        <p:txBody>
          <a:bodyPr/>
          <a:lstStyle/>
          <a:p>
            <a:fld id="{DB1FAD44-F6D0-4C7C-8206-F45DB611304A}" type="datetimeFigureOut">
              <a:rPr lang="en-US" smtClean="0"/>
              <a:t>6/1/2026</a:t>
            </a:fld>
            <a:endParaRPr lang="en-US"/>
          </a:p>
        </p:txBody>
      </p:sp>
      <p:sp>
        <p:nvSpPr>
          <p:cNvPr id="6" name="Footer Placeholder 5">
            <a:extLst>
              <a:ext uri="{FF2B5EF4-FFF2-40B4-BE49-F238E27FC236}">
                <a16:creationId xmlns:a16="http://schemas.microsoft.com/office/drawing/2014/main" id="{5ADD186C-44F9-0ACB-9952-89EBE7CAE1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19DDEC-B32E-EE2E-392A-B955A0B7D980}"/>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3824882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F38D4-802D-9DE8-F7C1-E58C0EF6D0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AF4919A-F9BC-89EA-1B14-3AA84A1397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571C79-B3F1-FC81-D523-4328D481B24D}"/>
              </a:ext>
            </a:extLst>
          </p:cNvPr>
          <p:cNvSpPr>
            <a:spLocks noGrp="1"/>
          </p:cNvSpPr>
          <p:nvPr>
            <p:ph type="dt" sz="half" idx="10"/>
          </p:nvPr>
        </p:nvSpPr>
        <p:spPr/>
        <p:txBody>
          <a:bodyPr/>
          <a:lstStyle/>
          <a:p>
            <a:fld id="{DB1FAD44-F6D0-4C7C-8206-F45DB611304A}" type="datetimeFigureOut">
              <a:rPr lang="en-US" smtClean="0"/>
              <a:t>6/1/2026</a:t>
            </a:fld>
            <a:endParaRPr lang="en-US"/>
          </a:p>
        </p:txBody>
      </p:sp>
      <p:sp>
        <p:nvSpPr>
          <p:cNvPr id="5" name="Footer Placeholder 4">
            <a:extLst>
              <a:ext uri="{FF2B5EF4-FFF2-40B4-BE49-F238E27FC236}">
                <a16:creationId xmlns:a16="http://schemas.microsoft.com/office/drawing/2014/main" id="{CE7E8E5F-375B-200E-FA6C-EC2BF7CEC3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17DF49-6CAC-5060-029D-5E74D80D92F6}"/>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320200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BE04BC-C8D1-311C-73D9-DB39B45B9B9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F9820DD-03AF-F102-1ED0-097BF19B1E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53B428-4D1F-8E65-F47E-3B4940A03DAD}"/>
              </a:ext>
            </a:extLst>
          </p:cNvPr>
          <p:cNvSpPr>
            <a:spLocks noGrp="1"/>
          </p:cNvSpPr>
          <p:nvPr>
            <p:ph type="dt" sz="half" idx="10"/>
          </p:nvPr>
        </p:nvSpPr>
        <p:spPr/>
        <p:txBody>
          <a:bodyPr/>
          <a:lstStyle/>
          <a:p>
            <a:fld id="{DB1FAD44-F6D0-4C7C-8206-F45DB611304A}" type="datetimeFigureOut">
              <a:rPr lang="en-US" smtClean="0"/>
              <a:t>6/1/2026</a:t>
            </a:fld>
            <a:endParaRPr lang="en-US"/>
          </a:p>
        </p:txBody>
      </p:sp>
      <p:sp>
        <p:nvSpPr>
          <p:cNvPr id="5" name="Footer Placeholder 4">
            <a:extLst>
              <a:ext uri="{FF2B5EF4-FFF2-40B4-BE49-F238E27FC236}">
                <a16:creationId xmlns:a16="http://schemas.microsoft.com/office/drawing/2014/main" id="{A15ADFDB-290E-6A46-A0D5-AB6DE1E0C8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0FEBDC-38DC-4FB0-1370-1C24D47D3558}"/>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5112747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8C4C564F-54DF-8C5F-8208-487AC945D740}"/>
              </a:ext>
            </a:extLst>
          </p:cNvPr>
          <p:cNvPicPr/>
          <p:nvPr userDrawn="1"/>
        </p:nvPicPr>
        <p:blipFill>
          <a:blip r:embed="rId2" cstate="print">
            <a:extLst>
              <a:ext uri="{28A0092B-C50C-407E-A947-70E740481C1C}">
                <a14:useLocalDpi xmlns:a14="http://schemas.microsoft.com/office/drawing/2010/main"/>
              </a:ext>
            </a:extLst>
          </a:blip>
          <a:srcRect/>
          <a:stretch/>
        </p:blipFill>
        <p:spPr>
          <a:xfrm>
            <a:off x="3049" y="1715"/>
            <a:ext cx="12188951" cy="6856285"/>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401904" y="1963495"/>
            <a:ext cx="5664555" cy="1828800"/>
          </a:xfrm>
        </p:spPr>
        <p:txBody>
          <a:bodyPr anchor="t" anchorCtr="0"/>
          <a:lstStyle>
            <a:lvl1pPr algn="l">
              <a:lnSpc>
                <a:spcPct val="80000"/>
              </a:lnSpc>
              <a:spcBef>
                <a:spcPts val="1400"/>
              </a:spcBef>
              <a:defRPr sz="4800" b="0"/>
            </a:lvl1pPr>
          </a:lstStyle>
          <a:p>
            <a:r>
              <a:rPr lang="en-US"/>
              <a:t>Click to edit Master title style</a:t>
            </a:r>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401903" y="6054487"/>
            <a:ext cx="4684447" cy="453228"/>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3391" y="383381"/>
            <a:ext cx="1064007" cy="517902"/>
          </a:xfrm>
          <a:prstGeom prst="rect">
            <a:avLst/>
          </a:prstGeom>
        </p:spPr>
      </p:pic>
    </p:spTree>
    <p:extLst>
      <p:ext uri="{BB962C8B-B14F-4D97-AF65-F5344CB8AC3E}">
        <p14:creationId xmlns:p14="http://schemas.microsoft.com/office/powerpoint/2010/main" val="3992618841"/>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5E5D8444-089B-403E-0473-39C61239140F}"/>
              </a:ext>
            </a:extLst>
          </p:cNvPr>
          <p:cNvSpPr>
            <a:spLocks noGrp="1"/>
          </p:cNvSpPr>
          <p:nvPr>
            <p:ph type="title"/>
          </p:nvPr>
        </p:nvSpPr>
        <p:spPr>
          <a:xfrm>
            <a:off x="397667" y="402336"/>
            <a:ext cx="11404360" cy="915289"/>
          </a:xfrm>
          <a:prstGeom prst="rect">
            <a:avLst/>
          </a:prstGeom>
        </p:spPr>
        <p:txBody>
          <a:bodyPr vert="horz" lIns="0" tIns="0" rIns="0" bIns="0" rtlCol="0" anchor="t" anchorCtr="0">
            <a:noAutofit/>
          </a:bodyPr>
          <a:lstStyle/>
          <a:p>
            <a:r>
              <a:rPr lang="en-US"/>
              <a:t>Click to edit Master title style</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3677898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5E5D8444-089B-403E-0473-39C61239140F}"/>
              </a:ext>
            </a:extLst>
          </p:cNvPr>
          <p:cNvSpPr>
            <a:spLocks noGrp="1"/>
          </p:cNvSpPr>
          <p:nvPr>
            <p:ph type="title"/>
          </p:nvPr>
        </p:nvSpPr>
        <p:spPr>
          <a:xfrm>
            <a:off x="397667" y="402336"/>
            <a:ext cx="11404360" cy="915289"/>
          </a:xfrm>
          <a:prstGeom prst="rect">
            <a:avLst/>
          </a:prstGeom>
        </p:spPr>
        <p:txBody>
          <a:bodyPr vert="horz" lIns="0" tIns="0" rIns="0" bIns="0" rtlCol="0" anchor="t" anchorCtr="0">
            <a:noAutofit/>
          </a:bodyPr>
          <a:lstStyle/>
          <a:p>
            <a:r>
              <a:rPr lang="en-US"/>
              <a:t>Click to edit Master title style</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3677898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5E5D8444-089B-403E-0473-39C61239140F}"/>
              </a:ext>
            </a:extLst>
          </p:cNvPr>
          <p:cNvSpPr>
            <a:spLocks noGrp="1"/>
          </p:cNvSpPr>
          <p:nvPr>
            <p:ph type="title"/>
          </p:nvPr>
        </p:nvSpPr>
        <p:spPr>
          <a:xfrm>
            <a:off x="397667" y="402336"/>
            <a:ext cx="11404360" cy="915289"/>
          </a:xfrm>
          <a:prstGeom prst="rect">
            <a:avLst/>
          </a:prstGeom>
        </p:spPr>
        <p:txBody>
          <a:bodyPr vert="horz" lIns="0" tIns="0" rIns="0" bIns="0" rtlCol="0" anchor="t" anchorCtr="0">
            <a:noAutofit/>
          </a:bodyPr>
          <a:lstStyle/>
          <a:p>
            <a:r>
              <a:rPr lang="en-US"/>
              <a:t>Click to edit Master title style</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3677898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5E5D8444-089B-403E-0473-39C61239140F}"/>
              </a:ext>
            </a:extLst>
          </p:cNvPr>
          <p:cNvSpPr>
            <a:spLocks noGrp="1"/>
          </p:cNvSpPr>
          <p:nvPr>
            <p:ph type="title"/>
          </p:nvPr>
        </p:nvSpPr>
        <p:spPr>
          <a:xfrm>
            <a:off x="397667" y="402336"/>
            <a:ext cx="11404360" cy="915289"/>
          </a:xfrm>
          <a:prstGeom prst="rect">
            <a:avLst/>
          </a:prstGeom>
        </p:spPr>
        <p:txBody>
          <a:bodyPr vert="horz" lIns="0" tIns="0" rIns="0" bIns="0" rtlCol="0" anchor="t" anchorCtr="0">
            <a:noAutofit/>
          </a:bodyPr>
          <a:lstStyle/>
          <a:p>
            <a:r>
              <a:rPr lang="en-US"/>
              <a:t>Click to edit Master title style</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3677898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5E5D8444-089B-403E-0473-39C61239140F}"/>
              </a:ext>
            </a:extLst>
          </p:cNvPr>
          <p:cNvSpPr>
            <a:spLocks noGrp="1"/>
          </p:cNvSpPr>
          <p:nvPr>
            <p:ph type="title"/>
          </p:nvPr>
        </p:nvSpPr>
        <p:spPr>
          <a:xfrm>
            <a:off x="397667" y="402336"/>
            <a:ext cx="11404360" cy="915289"/>
          </a:xfrm>
          <a:prstGeom prst="rect">
            <a:avLst/>
          </a:prstGeom>
        </p:spPr>
        <p:txBody>
          <a:bodyPr vert="horz" lIns="0" tIns="0" rIns="0" bIns="0" rtlCol="0" anchor="t" anchorCtr="0">
            <a:noAutofit/>
          </a:bodyPr>
          <a:lstStyle/>
          <a:p>
            <a:r>
              <a:rPr lang="en-US"/>
              <a:t>Click to edit Master title style</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3677898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5E5D8444-089B-403E-0473-39C61239140F}"/>
              </a:ext>
            </a:extLst>
          </p:cNvPr>
          <p:cNvSpPr>
            <a:spLocks noGrp="1"/>
          </p:cNvSpPr>
          <p:nvPr>
            <p:ph type="title"/>
          </p:nvPr>
        </p:nvSpPr>
        <p:spPr>
          <a:xfrm>
            <a:off x="397667" y="402336"/>
            <a:ext cx="11404360" cy="915289"/>
          </a:xfrm>
          <a:prstGeom prst="rect">
            <a:avLst/>
          </a:prstGeom>
        </p:spPr>
        <p:txBody>
          <a:bodyPr vert="horz" lIns="0" tIns="0" rIns="0" bIns="0" rtlCol="0" anchor="t" anchorCtr="0">
            <a:noAutofit/>
          </a:bodyPr>
          <a:lstStyle/>
          <a:p>
            <a:r>
              <a:rPr lang="en-US"/>
              <a:t>Click to edit Master title style</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3677898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5E5D8444-089B-403E-0473-39C61239140F}"/>
              </a:ext>
            </a:extLst>
          </p:cNvPr>
          <p:cNvSpPr>
            <a:spLocks noGrp="1"/>
          </p:cNvSpPr>
          <p:nvPr>
            <p:ph type="title"/>
          </p:nvPr>
        </p:nvSpPr>
        <p:spPr>
          <a:xfrm>
            <a:off x="397667" y="402336"/>
            <a:ext cx="11404360" cy="915289"/>
          </a:xfrm>
          <a:prstGeom prst="rect">
            <a:avLst/>
          </a:prstGeom>
        </p:spPr>
        <p:txBody>
          <a:bodyPr vert="horz" lIns="0" tIns="0" rIns="0" bIns="0" rtlCol="0" anchor="t" anchorCtr="0">
            <a:noAutofit/>
          </a:bodyPr>
          <a:lstStyle/>
          <a:p>
            <a:r>
              <a:rPr lang="en-US"/>
              <a:t>Click to edit Master title style</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3677898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5E5D8444-089B-403E-0473-39C61239140F}"/>
              </a:ext>
            </a:extLst>
          </p:cNvPr>
          <p:cNvSpPr>
            <a:spLocks noGrp="1"/>
          </p:cNvSpPr>
          <p:nvPr>
            <p:ph type="title"/>
          </p:nvPr>
        </p:nvSpPr>
        <p:spPr>
          <a:xfrm>
            <a:off x="397667" y="402336"/>
            <a:ext cx="11404360" cy="915289"/>
          </a:xfrm>
          <a:prstGeom prst="rect">
            <a:avLst/>
          </a:prstGeom>
        </p:spPr>
        <p:txBody>
          <a:bodyPr vert="horz" lIns="0" tIns="0" rIns="0" bIns="0" rtlCol="0" anchor="t" anchorCtr="0">
            <a:noAutofit/>
          </a:bodyPr>
          <a:lstStyle/>
          <a:p>
            <a:r>
              <a:rPr lang="en-US"/>
              <a:t>Click to edit Master title style</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367789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1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5071C4-43D4-93E3-2667-4C5144278D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6AA29C8-CEA6-505F-7297-EFF90E55E8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B979FA-E1A2-E4C7-7453-045F9683D3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1FAD44-F6D0-4C7C-8206-F45DB611304A}" type="datetimeFigureOut">
              <a:rPr lang="en-US" smtClean="0"/>
              <a:t>6/1/2026</a:t>
            </a:fld>
            <a:endParaRPr lang="en-US"/>
          </a:p>
        </p:txBody>
      </p:sp>
      <p:sp>
        <p:nvSpPr>
          <p:cNvPr id="5" name="Footer Placeholder 4">
            <a:extLst>
              <a:ext uri="{FF2B5EF4-FFF2-40B4-BE49-F238E27FC236}">
                <a16:creationId xmlns:a16="http://schemas.microsoft.com/office/drawing/2014/main" id="{A1C5C5CA-D9C3-762C-FB09-6AC87DE29F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F871B91-F2F7-9976-9FF4-9141819CCE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4A734A-3B2A-47ED-9FBD-81CFB3E93756}" type="slidenum">
              <a:rPr lang="en-US" smtClean="0"/>
              <a:t>‹#›</a:t>
            </a:fld>
            <a:endParaRPr lang="en-US"/>
          </a:p>
        </p:txBody>
      </p:sp>
    </p:spTree>
    <p:extLst>
      <p:ext uri="{BB962C8B-B14F-4D97-AF65-F5344CB8AC3E}">
        <p14:creationId xmlns:p14="http://schemas.microsoft.com/office/powerpoint/2010/main" val="3612066690"/>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94A4F-D3DB-0774-9A49-3731CB00A89B}"/>
              </a:ext>
            </a:extLst>
          </p:cNvPr>
          <p:cNvSpPr>
            <a:spLocks noGrp="1"/>
          </p:cNvSpPr>
          <p:nvPr>
            <p:ph type="title"/>
          </p:nvPr>
        </p:nvSpPr>
        <p:spPr>
          <a:xfrm>
            <a:off x="397667" y="402336"/>
            <a:ext cx="5645946" cy="1295399"/>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C66E56D0-2D08-E67F-5DF1-B3B408351D90}"/>
              </a:ext>
            </a:extLst>
          </p:cNvPr>
          <p:cNvSpPr>
            <a:spLocks noGrp="1"/>
          </p:cNvSpPr>
          <p:nvPr>
            <p:ph type="body" idx="1"/>
          </p:nvPr>
        </p:nvSpPr>
        <p:spPr>
          <a:xfrm>
            <a:off x="397668" y="1953895"/>
            <a:ext cx="6606382" cy="398494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596148DB-FA68-371C-8BF4-E293FC9AFA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5" name="TextBox 74">
            <a:extLst>
              <a:ext uri="{FF2B5EF4-FFF2-40B4-BE49-F238E27FC236}">
                <a16:creationId xmlns:a16="http://schemas.microsoft.com/office/drawing/2014/main" id="{C49942D6-F832-B4B1-76C2-4932E26F77DC}"/>
              </a:ext>
            </a:extLst>
          </p:cNvPr>
          <p:cNvSpPr txBox="1"/>
          <p:nvPr userDrawn="1"/>
        </p:nvSpPr>
        <p:spPr>
          <a:xfrm>
            <a:off x="394728"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9" name="Slide Number Placeholder 13">
            <a:extLst>
              <a:ext uri="{FF2B5EF4-FFF2-40B4-BE49-F238E27FC236}">
                <a16:creationId xmlns:a16="http://schemas.microsoft.com/office/drawing/2014/main" id="{E24FE0F2-07AD-8A4E-A9FB-C7018A821F6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2" name="Date Placeholder 71">
            <a:extLst>
              <a:ext uri="{FF2B5EF4-FFF2-40B4-BE49-F238E27FC236}">
                <a16:creationId xmlns:a16="http://schemas.microsoft.com/office/drawing/2014/main" id="{DAB00A56-EB9F-33C3-88B3-D8EB0A54BA49}"/>
              </a:ext>
            </a:extLst>
          </p:cNvPr>
          <p:cNvSpPr>
            <a:spLocks noGrp="1"/>
          </p:cNvSpPr>
          <p:nvPr>
            <p:ph type="dt" sz="half" idx="2"/>
          </p:nvPr>
        </p:nvSpPr>
        <p:spPr>
          <a:xfrm>
            <a:off x="5265850" y="7056786"/>
            <a:ext cx="2743200" cy="161583"/>
          </a:xfrm>
          <a:prstGeom prst="rect">
            <a:avLst/>
          </a:prstGeom>
        </p:spPr>
        <p:txBody>
          <a:bodyPr vert="horz" lIns="0" tIns="0" rIns="0" bIns="0" rtlCol="0" anchor="ctr">
            <a:spAutoFit/>
          </a:bodyPr>
          <a:lstStyle>
            <a:lvl1pPr algn="l">
              <a:defRPr sz="1050">
                <a:solidFill>
                  <a:schemeClr val="tx1"/>
                </a:solidFill>
              </a:defRPr>
            </a:lvl1pPr>
          </a:lstStyle>
          <a:p>
            <a:endParaRPr lang="en-US"/>
          </a:p>
        </p:txBody>
      </p:sp>
    </p:spTree>
    <p:extLst>
      <p:ext uri="{BB962C8B-B14F-4D97-AF65-F5344CB8AC3E}">
        <p14:creationId xmlns:p14="http://schemas.microsoft.com/office/powerpoint/2010/main" val="1643058329"/>
      </p:ext>
    </p:extLst>
  </p:cSld>
  <p:clrMap bg1="lt1" tx1="dk1" bg2="lt2" tx2="dk2" accent1="accent1" accent2="accent2" accent3="accent3" accent4="accent4" accent5="accent5" accent6="accent6" hlink="hlink" folHlink="folHlink"/>
  <p:sldLayoutIdLst>
    <p:sldLayoutId id="2147483669" r:id="rId1"/>
  </p:sldLayoutIdLs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2" userDrawn="1">
          <p15:clr>
            <a:srgbClr val="F26B43"/>
          </p15:clr>
        </p15:guide>
        <p15:guide id="3" pos="252" userDrawn="1">
          <p15:clr>
            <a:srgbClr val="F26B43"/>
          </p15:clr>
        </p15:guide>
        <p15:guide id="4" pos="7434" userDrawn="1">
          <p15:clr>
            <a:srgbClr val="F26B43"/>
          </p15:clr>
        </p15:guide>
        <p15:guide id="11" orient="horz" pos="4065" userDrawn="1">
          <p15:clr>
            <a:srgbClr val="F26B43"/>
          </p15:clr>
        </p15:guide>
        <p15:guide id="12" pos="786" userDrawn="1">
          <p15:clr>
            <a:srgbClr val="F26B43"/>
          </p15:clr>
        </p15:guide>
        <p15:guide id="13" pos="858" userDrawn="1">
          <p15:clr>
            <a:srgbClr val="F26B43"/>
          </p15:clr>
        </p15:guide>
        <p15:guide id="14" pos="1391" userDrawn="1">
          <p15:clr>
            <a:srgbClr val="F26B43"/>
          </p15:clr>
        </p15:guide>
        <p15:guide id="15" pos="1461" userDrawn="1">
          <p15:clr>
            <a:srgbClr val="F26B43"/>
          </p15:clr>
        </p15:guide>
        <p15:guide id="16" pos="1994" userDrawn="1">
          <p15:clr>
            <a:srgbClr val="F26B43"/>
          </p15:clr>
        </p15:guide>
        <p15:guide id="17" pos="2067" userDrawn="1">
          <p15:clr>
            <a:srgbClr val="F26B43"/>
          </p15:clr>
        </p15:guide>
        <p15:guide id="18" pos="2600" userDrawn="1">
          <p15:clr>
            <a:srgbClr val="F26B43"/>
          </p15:clr>
        </p15:guide>
        <p15:guide id="19" pos="2670" userDrawn="1">
          <p15:clr>
            <a:srgbClr val="F26B43"/>
          </p15:clr>
        </p15:guide>
        <p15:guide id="20" pos="3204" userDrawn="1">
          <p15:clr>
            <a:srgbClr val="F26B43"/>
          </p15:clr>
        </p15:guide>
        <p15:guide id="21" pos="3275" userDrawn="1">
          <p15:clr>
            <a:srgbClr val="F26B43"/>
          </p15:clr>
        </p15:guide>
        <p15:guide id="22" pos="3807" userDrawn="1">
          <p15:clr>
            <a:srgbClr val="F26B43"/>
          </p15:clr>
        </p15:guide>
        <p15:guide id="23" pos="3879" userDrawn="1">
          <p15:clr>
            <a:srgbClr val="F26B43"/>
          </p15:clr>
        </p15:guide>
        <p15:guide id="24" pos="4412" userDrawn="1">
          <p15:clr>
            <a:srgbClr val="F26B43"/>
          </p15:clr>
        </p15:guide>
        <p15:guide id="25" pos="5016" userDrawn="1">
          <p15:clr>
            <a:srgbClr val="F26B43"/>
          </p15:clr>
        </p15:guide>
        <p15:guide id="26" pos="4484" userDrawn="1">
          <p15:clr>
            <a:srgbClr val="F26B43"/>
          </p15:clr>
        </p15:guide>
        <p15:guide id="27" pos="5088" userDrawn="1">
          <p15:clr>
            <a:srgbClr val="F26B43"/>
          </p15:clr>
        </p15:guide>
        <p15:guide id="28" pos="5621" userDrawn="1">
          <p15:clr>
            <a:srgbClr val="F26B43"/>
          </p15:clr>
        </p15:guide>
        <p15:guide id="29" pos="5693" userDrawn="1">
          <p15:clr>
            <a:srgbClr val="F26B43"/>
          </p15:clr>
        </p15:guide>
        <p15:guide id="30" pos="6224" userDrawn="1">
          <p15:clr>
            <a:srgbClr val="F26B43"/>
          </p15:clr>
        </p15:guide>
        <p15:guide id="31" pos="6297" userDrawn="1">
          <p15:clr>
            <a:srgbClr val="F26B43"/>
          </p15:clr>
        </p15:guide>
        <p15:guide id="32" pos="6828" userDrawn="1">
          <p15:clr>
            <a:srgbClr val="F26B43"/>
          </p15:clr>
        </p15:guide>
        <p15:guide id="33" pos="6900" userDrawn="1">
          <p15:clr>
            <a:srgbClr val="F26B43"/>
          </p15:clr>
        </p15:guide>
        <p15:guide id="34" orient="horz" pos="506" userDrawn="1">
          <p15:clr>
            <a:srgbClr val="F26B43"/>
          </p15:clr>
        </p15:guide>
        <p15:guide id="35" orient="horz" pos="578" userDrawn="1">
          <p15:clr>
            <a:srgbClr val="F26B43"/>
          </p15:clr>
        </p15:guide>
        <p15:guide id="36" orient="horz" pos="830" userDrawn="1">
          <p15:clr>
            <a:srgbClr val="F26B43"/>
          </p15:clr>
        </p15:guide>
        <p15:guide id="37" orient="horz" pos="900" userDrawn="1">
          <p15:clr>
            <a:srgbClr val="F26B43"/>
          </p15:clr>
        </p15:guide>
        <p15:guide id="38" orient="horz" pos="1152" userDrawn="1">
          <p15:clr>
            <a:srgbClr val="F26B43"/>
          </p15:clr>
        </p15:guide>
        <p15:guide id="39" orient="horz" pos="1226" userDrawn="1">
          <p15:clr>
            <a:srgbClr val="F26B43"/>
          </p15:clr>
        </p15:guide>
        <p15:guide id="40" orient="horz" pos="1476" userDrawn="1">
          <p15:clr>
            <a:srgbClr val="F26B43"/>
          </p15:clr>
        </p15:guide>
        <p15:guide id="41" orient="horz" pos="1800" userDrawn="1">
          <p15:clr>
            <a:srgbClr val="F26B43"/>
          </p15:clr>
        </p15:guide>
        <p15:guide id="42" orient="horz" pos="1872" userDrawn="1">
          <p15:clr>
            <a:srgbClr val="F26B43"/>
          </p15:clr>
        </p15:guide>
        <p15:guide id="43" orient="horz" pos="2123" userDrawn="1">
          <p15:clr>
            <a:srgbClr val="F26B43"/>
          </p15:clr>
        </p15:guide>
        <p15:guide id="44" orient="horz" pos="2195" userDrawn="1">
          <p15:clr>
            <a:srgbClr val="F26B43"/>
          </p15:clr>
        </p15:guide>
        <p15:guide id="45" orient="horz" pos="2447" userDrawn="1">
          <p15:clr>
            <a:srgbClr val="F26B43"/>
          </p15:clr>
        </p15:guide>
        <p15:guide id="46" orient="horz" pos="2519" userDrawn="1">
          <p15:clr>
            <a:srgbClr val="F26B43"/>
          </p15:clr>
        </p15:guide>
        <p15:guide id="47" orient="horz" pos="2771" userDrawn="1">
          <p15:clr>
            <a:srgbClr val="F26B43"/>
          </p15:clr>
        </p15:guide>
        <p15:guide id="48" orient="horz" pos="2843" userDrawn="1">
          <p15:clr>
            <a:srgbClr val="F26B43"/>
          </p15:clr>
        </p15:guide>
        <p15:guide id="49" orient="horz" pos="3095" userDrawn="1">
          <p15:clr>
            <a:srgbClr val="F26B43"/>
          </p15:clr>
        </p15:guide>
        <p15:guide id="50" orient="horz" pos="3167" userDrawn="1">
          <p15:clr>
            <a:srgbClr val="F26B43"/>
          </p15:clr>
        </p15:guide>
        <p15:guide id="51" orient="horz" pos="3417" userDrawn="1">
          <p15:clr>
            <a:srgbClr val="F26B43"/>
          </p15:clr>
        </p15:guide>
        <p15:guide id="52" orient="horz" pos="3489" userDrawn="1">
          <p15:clr>
            <a:srgbClr val="F26B43"/>
          </p15:clr>
        </p15:guide>
        <p15:guide id="53" orient="horz" pos="3741" userDrawn="1">
          <p15:clr>
            <a:srgbClr val="F26B43"/>
          </p15:clr>
        </p15:guide>
        <p15:guide id="54" orient="horz" pos="3813" userDrawn="1">
          <p15:clr>
            <a:srgbClr val="F26B43"/>
          </p15:clr>
        </p15:guide>
        <p15:guide id="55" orient="horz" pos="1548"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94A4F-D3DB-0774-9A49-3731CB00A89B}"/>
              </a:ext>
            </a:extLst>
          </p:cNvPr>
          <p:cNvSpPr>
            <a:spLocks noGrp="1"/>
          </p:cNvSpPr>
          <p:nvPr>
            <p:ph type="title"/>
          </p:nvPr>
        </p:nvSpPr>
        <p:spPr>
          <a:xfrm>
            <a:off x="397667" y="402336"/>
            <a:ext cx="5645946" cy="1295399"/>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C66E56D0-2D08-E67F-5DF1-B3B408351D90}"/>
              </a:ext>
            </a:extLst>
          </p:cNvPr>
          <p:cNvSpPr>
            <a:spLocks noGrp="1"/>
          </p:cNvSpPr>
          <p:nvPr>
            <p:ph type="body" idx="1"/>
          </p:nvPr>
        </p:nvSpPr>
        <p:spPr>
          <a:xfrm>
            <a:off x="397668" y="1953895"/>
            <a:ext cx="6606382" cy="398494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596148DB-FA68-371C-8BF4-E293FC9AFA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5" name="TextBox 74">
            <a:extLst>
              <a:ext uri="{FF2B5EF4-FFF2-40B4-BE49-F238E27FC236}">
                <a16:creationId xmlns:a16="http://schemas.microsoft.com/office/drawing/2014/main" id="{C49942D6-F832-B4B1-76C2-4932E26F77DC}"/>
              </a:ext>
            </a:extLst>
          </p:cNvPr>
          <p:cNvSpPr txBox="1"/>
          <p:nvPr userDrawn="1"/>
        </p:nvSpPr>
        <p:spPr>
          <a:xfrm>
            <a:off x="394728"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9" name="Slide Number Placeholder 13">
            <a:extLst>
              <a:ext uri="{FF2B5EF4-FFF2-40B4-BE49-F238E27FC236}">
                <a16:creationId xmlns:a16="http://schemas.microsoft.com/office/drawing/2014/main" id="{E24FE0F2-07AD-8A4E-A9FB-C7018A821F6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2" name="Date Placeholder 71">
            <a:extLst>
              <a:ext uri="{FF2B5EF4-FFF2-40B4-BE49-F238E27FC236}">
                <a16:creationId xmlns:a16="http://schemas.microsoft.com/office/drawing/2014/main" id="{DAB00A56-EB9F-33C3-88B3-D8EB0A54BA49}"/>
              </a:ext>
            </a:extLst>
          </p:cNvPr>
          <p:cNvSpPr>
            <a:spLocks noGrp="1"/>
          </p:cNvSpPr>
          <p:nvPr>
            <p:ph type="dt" sz="half" idx="2"/>
          </p:nvPr>
        </p:nvSpPr>
        <p:spPr>
          <a:xfrm>
            <a:off x="5265850" y="7056786"/>
            <a:ext cx="2743200" cy="161583"/>
          </a:xfrm>
          <a:prstGeom prst="rect">
            <a:avLst/>
          </a:prstGeom>
        </p:spPr>
        <p:txBody>
          <a:bodyPr vert="horz" lIns="0" tIns="0" rIns="0" bIns="0" rtlCol="0" anchor="ctr">
            <a:spAutoFit/>
          </a:bodyPr>
          <a:lstStyle>
            <a:lvl1pPr algn="l">
              <a:defRPr sz="1050">
                <a:solidFill>
                  <a:schemeClr val="tx1"/>
                </a:solidFill>
              </a:defRPr>
            </a:lvl1pPr>
          </a:lstStyle>
          <a:p>
            <a:endParaRPr lang="en-US"/>
          </a:p>
        </p:txBody>
      </p:sp>
    </p:spTree>
    <p:extLst>
      <p:ext uri="{BB962C8B-B14F-4D97-AF65-F5344CB8AC3E}">
        <p14:creationId xmlns:p14="http://schemas.microsoft.com/office/powerpoint/2010/main" val="1643058329"/>
      </p:ext>
    </p:extLst>
  </p:cSld>
  <p:clrMap bg1="lt1" tx1="dk1" bg2="lt2" tx2="dk2" accent1="accent1" accent2="accent2" accent3="accent3" accent4="accent4" accent5="accent5" accent6="accent6" hlink="hlink" folHlink="folHlink"/>
  <p:sldLayoutIdLst>
    <p:sldLayoutId id="2147483670" r:id="rId1"/>
  </p:sldLayoutIdLs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2" userDrawn="1">
          <p15:clr>
            <a:srgbClr val="F26B43"/>
          </p15:clr>
        </p15:guide>
        <p15:guide id="3" pos="252" userDrawn="1">
          <p15:clr>
            <a:srgbClr val="F26B43"/>
          </p15:clr>
        </p15:guide>
        <p15:guide id="4" pos="7434" userDrawn="1">
          <p15:clr>
            <a:srgbClr val="F26B43"/>
          </p15:clr>
        </p15:guide>
        <p15:guide id="11" orient="horz" pos="4065" userDrawn="1">
          <p15:clr>
            <a:srgbClr val="F26B43"/>
          </p15:clr>
        </p15:guide>
        <p15:guide id="12" pos="786" userDrawn="1">
          <p15:clr>
            <a:srgbClr val="F26B43"/>
          </p15:clr>
        </p15:guide>
        <p15:guide id="13" pos="858" userDrawn="1">
          <p15:clr>
            <a:srgbClr val="F26B43"/>
          </p15:clr>
        </p15:guide>
        <p15:guide id="14" pos="1391" userDrawn="1">
          <p15:clr>
            <a:srgbClr val="F26B43"/>
          </p15:clr>
        </p15:guide>
        <p15:guide id="15" pos="1461" userDrawn="1">
          <p15:clr>
            <a:srgbClr val="F26B43"/>
          </p15:clr>
        </p15:guide>
        <p15:guide id="16" pos="1994" userDrawn="1">
          <p15:clr>
            <a:srgbClr val="F26B43"/>
          </p15:clr>
        </p15:guide>
        <p15:guide id="17" pos="2067" userDrawn="1">
          <p15:clr>
            <a:srgbClr val="F26B43"/>
          </p15:clr>
        </p15:guide>
        <p15:guide id="18" pos="2600" userDrawn="1">
          <p15:clr>
            <a:srgbClr val="F26B43"/>
          </p15:clr>
        </p15:guide>
        <p15:guide id="19" pos="2670" userDrawn="1">
          <p15:clr>
            <a:srgbClr val="F26B43"/>
          </p15:clr>
        </p15:guide>
        <p15:guide id="20" pos="3204" userDrawn="1">
          <p15:clr>
            <a:srgbClr val="F26B43"/>
          </p15:clr>
        </p15:guide>
        <p15:guide id="21" pos="3275" userDrawn="1">
          <p15:clr>
            <a:srgbClr val="F26B43"/>
          </p15:clr>
        </p15:guide>
        <p15:guide id="22" pos="3807" userDrawn="1">
          <p15:clr>
            <a:srgbClr val="F26B43"/>
          </p15:clr>
        </p15:guide>
        <p15:guide id="23" pos="3879" userDrawn="1">
          <p15:clr>
            <a:srgbClr val="F26B43"/>
          </p15:clr>
        </p15:guide>
        <p15:guide id="24" pos="4412" userDrawn="1">
          <p15:clr>
            <a:srgbClr val="F26B43"/>
          </p15:clr>
        </p15:guide>
        <p15:guide id="25" pos="5016" userDrawn="1">
          <p15:clr>
            <a:srgbClr val="F26B43"/>
          </p15:clr>
        </p15:guide>
        <p15:guide id="26" pos="4484" userDrawn="1">
          <p15:clr>
            <a:srgbClr val="F26B43"/>
          </p15:clr>
        </p15:guide>
        <p15:guide id="27" pos="5088" userDrawn="1">
          <p15:clr>
            <a:srgbClr val="F26B43"/>
          </p15:clr>
        </p15:guide>
        <p15:guide id="28" pos="5621" userDrawn="1">
          <p15:clr>
            <a:srgbClr val="F26B43"/>
          </p15:clr>
        </p15:guide>
        <p15:guide id="29" pos="5693" userDrawn="1">
          <p15:clr>
            <a:srgbClr val="F26B43"/>
          </p15:clr>
        </p15:guide>
        <p15:guide id="30" pos="6224" userDrawn="1">
          <p15:clr>
            <a:srgbClr val="F26B43"/>
          </p15:clr>
        </p15:guide>
        <p15:guide id="31" pos="6297" userDrawn="1">
          <p15:clr>
            <a:srgbClr val="F26B43"/>
          </p15:clr>
        </p15:guide>
        <p15:guide id="32" pos="6828" userDrawn="1">
          <p15:clr>
            <a:srgbClr val="F26B43"/>
          </p15:clr>
        </p15:guide>
        <p15:guide id="33" pos="6900" userDrawn="1">
          <p15:clr>
            <a:srgbClr val="F26B43"/>
          </p15:clr>
        </p15:guide>
        <p15:guide id="34" orient="horz" pos="506" userDrawn="1">
          <p15:clr>
            <a:srgbClr val="F26B43"/>
          </p15:clr>
        </p15:guide>
        <p15:guide id="35" orient="horz" pos="578" userDrawn="1">
          <p15:clr>
            <a:srgbClr val="F26B43"/>
          </p15:clr>
        </p15:guide>
        <p15:guide id="36" orient="horz" pos="830" userDrawn="1">
          <p15:clr>
            <a:srgbClr val="F26B43"/>
          </p15:clr>
        </p15:guide>
        <p15:guide id="37" orient="horz" pos="900" userDrawn="1">
          <p15:clr>
            <a:srgbClr val="F26B43"/>
          </p15:clr>
        </p15:guide>
        <p15:guide id="38" orient="horz" pos="1152" userDrawn="1">
          <p15:clr>
            <a:srgbClr val="F26B43"/>
          </p15:clr>
        </p15:guide>
        <p15:guide id="39" orient="horz" pos="1226" userDrawn="1">
          <p15:clr>
            <a:srgbClr val="F26B43"/>
          </p15:clr>
        </p15:guide>
        <p15:guide id="40" orient="horz" pos="1476" userDrawn="1">
          <p15:clr>
            <a:srgbClr val="F26B43"/>
          </p15:clr>
        </p15:guide>
        <p15:guide id="41" orient="horz" pos="1800" userDrawn="1">
          <p15:clr>
            <a:srgbClr val="F26B43"/>
          </p15:clr>
        </p15:guide>
        <p15:guide id="42" orient="horz" pos="1872" userDrawn="1">
          <p15:clr>
            <a:srgbClr val="F26B43"/>
          </p15:clr>
        </p15:guide>
        <p15:guide id="43" orient="horz" pos="2123" userDrawn="1">
          <p15:clr>
            <a:srgbClr val="F26B43"/>
          </p15:clr>
        </p15:guide>
        <p15:guide id="44" orient="horz" pos="2195" userDrawn="1">
          <p15:clr>
            <a:srgbClr val="F26B43"/>
          </p15:clr>
        </p15:guide>
        <p15:guide id="45" orient="horz" pos="2447" userDrawn="1">
          <p15:clr>
            <a:srgbClr val="F26B43"/>
          </p15:clr>
        </p15:guide>
        <p15:guide id="46" orient="horz" pos="2519" userDrawn="1">
          <p15:clr>
            <a:srgbClr val="F26B43"/>
          </p15:clr>
        </p15:guide>
        <p15:guide id="47" orient="horz" pos="2771" userDrawn="1">
          <p15:clr>
            <a:srgbClr val="F26B43"/>
          </p15:clr>
        </p15:guide>
        <p15:guide id="48" orient="horz" pos="2843" userDrawn="1">
          <p15:clr>
            <a:srgbClr val="F26B43"/>
          </p15:clr>
        </p15:guide>
        <p15:guide id="49" orient="horz" pos="3095" userDrawn="1">
          <p15:clr>
            <a:srgbClr val="F26B43"/>
          </p15:clr>
        </p15:guide>
        <p15:guide id="50" orient="horz" pos="3167" userDrawn="1">
          <p15:clr>
            <a:srgbClr val="F26B43"/>
          </p15:clr>
        </p15:guide>
        <p15:guide id="51" orient="horz" pos="3417" userDrawn="1">
          <p15:clr>
            <a:srgbClr val="F26B43"/>
          </p15:clr>
        </p15:guide>
        <p15:guide id="52" orient="horz" pos="3489" userDrawn="1">
          <p15:clr>
            <a:srgbClr val="F26B43"/>
          </p15:clr>
        </p15:guide>
        <p15:guide id="53" orient="horz" pos="3741" userDrawn="1">
          <p15:clr>
            <a:srgbClr val="F26B43"/>
          </p15:clr>
        </p15:guide>
        <p15:guide id="54" orient="horz" pos="3813" userDrawn="1">
          <p15:clr>
            <a:srgbClr val="F26B43"/>
          </p15:clr>
        </p15:guide>
        <p15:guide id="55" orient="horz" pos="15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94A4F-D3DB-0774-9A49-3731CB00A89B}"/>
              </a:ext>
            </a:extLst>
          </p:cNvPr>
          <p:cNvSpPr>
            <a:spLocks noGrp="1"/>
          </p:cNvSpPr>
          <p:nvPr>
            <p:ph type="title"/>
          </p:nvPr>
        </p:nvSpPr>
        <p:spPr>
          <a:xfrm>
            <a:off x="397667" y="402336"/>
            <a:ext cx="5645946" cy="1295399"/>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C66E56D0-2D08-E67F-5DF1-B3B408351D90}"/>
              </a:ext>
            </a:extLst>
          </p:cNvPr>
          <p:cNvSpPr>
            <a:spLocks noGrp="1"/>
          </p:cNvSpPr>
          <p:nvPr>
            <p:ph type="body" idx="1"/>
          </p:nvPr>
        </p:nvSpPr>
        <p:spPr>
          <a:xfrm>
            <a:off x="397668" y="1953895"/>
            <a:ext cx="6606382" cy="398494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596148DB-FA68-371C-8BF4-E293FC9AFA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5" name="TextBox 74">
            <a:extLst>
              <a:ext uri="{FF2B5EF4-FFF2-40B4-BE49-F238E27FC236}">
                <a16:creationId xmlns:a16="http://schemas.microsoft.com/office/drawing/2014/main" id="{C49942D6-F832-B4B1-76C2-4932E26F77DC}"/>
              </a:ext>
            </a:extLst>
          </p:cNvPr>
          <p:cNvSpPr txBox="1"/>
          <p:nvPr userDrawn="1"/>
        </p:nvSpPr>
        <p:spPr>
          <a:xfrm>
            <a:off x="394728"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9" name="Slide Number Placeholder 13">
            <a:extLst>
              <a:ext uri="{FF2B5EF4-FFF2-40B4-BE49-F238E27FC236}">
                <a16:creationId xmlns:a16="http://schemas.microsoft.com/office/drawing/2014/main" id="{E24FE0F2-07AD-8A4E-A9FB-C7018A821F6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2" name="Date Placeholder 71">
            <a:extLst>
              <a:ext uri="{FF2B5EF4-FFF2-40B4-BE49-F238E27FC236}">
                <a16:creationId xmlns:a16="http://schemas.microsoft.com/office/drawing/2014/main" id="{DAB00A56-EB9F-33C3-88B3-D8EB0A54BA49}"/>
              </a:ext>
            </a:extLst>
          </p:cNvPr>
          <p:cNvSpPr>
            <a:spLocks noGrp="1"/>
          </p:cNvSpPr>
          <p:nvPr>
            <p:ph type="dt" sz="half" idx="2"/>
          </p:nvPr>
        </p:nvSpPr>
        <p:spPr>
          <a:xfrm>
            <a:off x="5265850" y="7056786"/>
            <a:ext cx="2743200" cy="161583"/>
          </a:xfrm>
          <a:prstGeom prst="rect">
            <a:avLst/>
          </a:prstGeom>
        </p:spPr>
        <p:txBody>
          <a:bodyPr vert="horz" lIns="0" tIns="0" rIns="0" bIns="0" rtlCol="0" anchor="ctr">
            <a:spAutoFit/>
          </a:bodyPr>
          <a:lstStyle>
            <a:lvl1pPr algn="l">
              <a:defRPr sz="1050">
                <a:solidFill>
                  <a:schemeClr val="tx1"/>
                </a:solidFill>
              </a:defRPr>
            </a:lvl1pPr>
          </a:lstStyle>
          <a:p>
            <a:endParaRPr lang="en-US"/>
          </a:p>
        </p:txBody>
      </p:sp>
    </p:spTree>
    <p:extLst>
      <p:ext uri="{BB962C8B-B14F-4D97-AF65-F5344CB8AC3E}">
        <p14:creationId xmlns:p14="http://schemas.microsoft.com/office/powerpoint/2010/main" val="1643058329"/>
      </p:ext>
    </p:extLst>
  </p:cSld>
  <p:clrMap bg1="lt1" tx1="dk1" bg2="lt2" tx2="dk2" accent1="accent1" accent2="accent2" accent3="accent3" accent4="accent4" accent5="accent5" accent6="accent6" hlink="hlink" folHlink="folHlink"/>
  <p:sldLayoutIdLst>
    <p:sldLayoutId id="2147483671" r:id="rId1"/>
  </p:sldLayoutIdLs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2" userDrawn="1">
          <p15:clr>
            <a:srgbClr val="F26B43"/>
          </p15:clr>
        </p15:guide>
        <p15:guide id="3" pos="252" userDrawn="1">
          <p15:clr>
            <a:srgbClr val="F26B43"/>
          </p15:clr>
        </p15:guide>
        <p15:guide id="4" pos="7434" userDrawn="1">
          <p15:clr>
            <a:srgbClr val="F26B43"/>
          </p15:clr>
        </p15:guide>
        <p15:guide id="11" orient="horz" pos="4065" userDrawn="1">
          <p15:clr>
            <a:srgbClr val="F26B43"/>
          </p15:clr>
        </p15:guide>
        <p15:guide id="12" pos="786" userDrawn="1">
          <p15:clr>
            <a:srgbClr val="F26B43"/>
          </p15:clr>
        </p15:guide>
        <p15:guide id="13" pos="858" userDrawn="1">
          <p15:clr>
            <a:srgbClr val="F26B43"/>
          </p15:clr>
        </p15:guide>
        <p15:guide id="14" pos="1391" userDrawn="1">
          <p15:clr>
            <a:srgbClr val="F26B43"/>
          </p15:clr>
        </p15:guide>
        <p15:guide id="15" pos="1461" userDrawn="1">
          <p15:clr>
            <a:srgbClr val="F26B43"/>
          </p15:clr>
        </p15:guide>
        <p15:guide id="16" pos="1994" userDrawn="1">
          <p15:clr>
            <a:srgbClr val="F26B43"/>
          </p15:clr>
        </p15:guide>
        <p15:guide id="17" pos="2067" userDrawn="1">
          <p15:clr>
            <a:srgbClr val="F26B43"/>
          </p15:clr>
        </p15:guide>
        <p15:guide id="18" pos="2600" userDrawn="1">
          <p15:clr>
            <a:srgbClr val="F26B43"/>
          </p15:clr>
        </p15:guide>
        <p15:guide id="19" pos="2670" userDrawn="1">
          <p15:clr>
            <a:srgbClr val="F26B43"/>
          </p15:clr>
        </p15:guide>
        <p15:guide id="20" pos="3204" userDrawn="1">
          <p15:clr>
            <a:srgbClr val="F26B43"/>
          </p15:clr>
        </p15:guide>
        <p15:guide id="21" pos="3275" userDrawn="1">
          <p15:clr>
            <a:srgbClr val="F26B43"/>
          </p15:clr>
        </p15:guide>
        <p15:guide id="22" pos="3807" userDrawn="1">
          <p15:clr>
            <a:srgbClr val="F26B43"/>
          </p15:clr>
        </p15:guide>
        <p15:guide id="23" pos="3879" userDrawn="1">
          <p15:clr>
            <a:srgbClr val="F26B43"/>
          </p15:clr>
        </p15:guide>
        <p15:guide id="24" pos="4412" userDrawn="1">
          <p15:clr>
            <a:srgbClr val="F26B43"/>
          </p15:clr>
        </p15:guide>
        <p15:guide id="25" pos="5016" userDrawn="1">
          <p15:clr>
            <a:srgbClr val="F26B43"/>
          </p15:clr>
        </p15:guide>
        <p15:guide id="26" pos="4484" userDrawn="1">
          <p15:clr>
            <a:srgbClr val="F26B43"/>
          </p15:clr>
        </p15:guide>
        <p15:guide id="27" pos="5088" userDrawn="1">
          <p15:clr>
            <a:srgbClr val="F26B43"/>
          </p15:clr>
        </p15:guide>
        <p15:guide id="28" pos="5621" userDrawn="1">
          <p15:clr>
            <a:srgbClr val="F26B43"/>
          </p15:clr>
        </p15:guide>
        <p15:guide id="29" pos="5693" userDrawn="1">
          <p15:clr>
            <a:srgbClr val="F26B43"/>
          </p15:clr>
        </p15:guide>
        <p15:guide id="30" pos="6224" userDrawn="1">
          <p15:clr>
            <a:srgbClr val="F26B43"/>
          </p15:clr>
        </p15:guide>
        <p15:guide id="31" pos="6297" userDrawn="1">
          <p15:clr>
            <a:srgbClr val="F26B43"/>
          </p15:clr>
        </p15:guide>
        <p15:guide id="32" pos="6828" userDrawn="1">
          <p15:clr>
            <a:srgbClr val="F26B43"/>
          </p15:clr>
        </p15:guide>
        <p15:guide id="33" pos="6900" userDrawn="1">
          <p15:clr>
            <a:srgbClr val="F26B43"/>
          </p15:clr>
        </p15:guide>
        <p15:guide id="34" orient="horz" pos="506" userDrawn="1">
          <p15:clr>
            <a:srgbClr val="F26B43"/>
          </p15:clr>
        </p15:guide>
        <p15:guide id="35" orient="horz" pos="578" userDrawn="1">
          <p15:clr>
            <a:srgbClr val="F26B43"/>
          </p15:clr>
        </p15:guide>
        <p15:guide id="36" orient="horz" pos="830" userDrawn="1">
          <p15:clr>
            <a:srgbClr val="F26B43"/>
          </p15:clr>
        </p15:guide>
        <p15:guide id="37" orient="horz" pos="900" userDrawn="1">
          <p15:clr>
            <a:srgbClr val="F26B43"/>
          </p15:clr>
        </p15:guide>
        <p15:guide id="38" orient="horz" pos="1152" userDrawn="1">
          <p15:clr>
            <a:srgbClr val="F26B43"/>
          </p15:clr>
        </p15:guide>
        <p15:guide id="39" orient="horz" pos="1226" userDrawn="1">
          <p15:clr>
            <a:srgbClr val="F26B43"/>
          </p15:clr>
        </p15:guide>
        <p15:guide id="40" orient="horz" pos="1476" userDrawn="1">
          <p15:clr>
            <a:srgbClr val="F26B43"/>
          </p15:clr>
        </p15:guide>
        <p15:guide id="41" orient="horz" pos="1800" userDrawn="1">
          <p15:clr>
            <a:srgbClr val="F26B43"/>
          </p15:clr>
        </p15:guide>
        <p15:guide id="42" orient="horz" pos="1872" userDrawn="1">
          <p15:clr>
            <a:srgbClr val="F26B43"/>
          </p15:clr>
        </p15:guide>
        <p15:guide id="43" orient="horz" pos="2123" userDrawn="1">
          <p15:clr>
            <a:srgbClr val="F26B43"/>
          </p15:clr>
        </p15:guide>
        <p15:guide id="44" orient="horz" pos="2195" userDrawn="1">
          <p15:clr>
            <a:srgbClr val="F26B43"/>
          </p15:clr>
        </p15:guide>
        <p15:guide id="45" orient="horz" pos="2447" userDrawn="1">
          <p15:clr>
            <a:srgbClr val="F26B43"/>
          </p15:clr>
        </p15:guide>
        <p15:guide id="46" orient="horz" pos="2519" userDrawn="1">
          <p15:clr>
            <a:srgbClr val="F26B43"/>
          </p15:clr>
        </p15:guide>
        <p15:guide id="47" orient="horz" pos="2771" userDrawn="1">
          <p15:clr>
            <a:srgbClr val="F26B43"/>
          </p15:clr>
        </p15:guide>
        <p15:guide id="48" orient="horz" pos="2843" userDrawn="1">
          <p15:clr>
            <a:srgbClr val="F26B43"/>
          </p15:clr>
        </p15:guide>
        <p15:guide id="49" orient="horz" pos="3095" userDrawn="1">
          <p15:clr>
            <a:srgbClr val="F26B43"/>
          </p15:clr>
        </p15:guide>
        <p15:guide id="50" orient="horz" pos="3167" userDrawn="1">
          <p15:clr>
            <a:srgbClr val="F26B43"/>
          </p15:clr>
        </p15:guide>
        <p15:guide id="51" orient="horz" pos="3417" userDrawn="1">
          <p15:clr>
            <a:srgbClr val="F26B43"/>
          </p15:clr>
        </p15:guide>
        <p15:guide id="52" orient="horz" pos="3489" userDrawn="1">
          <p15:clr>
            <a:srgbClr val="F26B43"/>
          </p15:clr>
        </p15:guide>
        <p15:guide id="53" orient="horz" pos="3741" userDrawn="1">
          <p15:clr>
            <a:srgbClr val="F26B43"/>
          </p15:clr>
        </p15:guide>
        <p15:guide id="54" orient="horz" pos="3813" userDrawn="1">
          <p15:clr>
            <a:srgbClr val="F26B43"/>
          </p15:clr>
        </p15:guide>
        <p15:guide id="55" orient="horz" pos="1548"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94A4F-D3DB-0774-9A49-3731CB00A89B}"/>
              </a:ext>
            </a:extLst>
          </p:cNvPr>
          <p:cNvSpPr>
            <a:spLocks noGrp="1"/>
          </p:cNvSpPr>
          <p:nvPr>
            <p:ph type="title"/>
          </p:nvPr>
        </p:nvSpPr>
        <p:spPr>
          <a:xfrm>
            <a:off x="397667" y="402336"/>
            <a:ext cx="5645946" cy="1295399"/>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C66E56D0-2D08-E67F-5DF1-B3B408351D90}"/>
              </a:ext>
            </a:extLst>
          </p:cNvPr>
          <p:cNvSpPr>
            <a:spLocks noGrp="1"/>
          </p:cNvSpPr>
          <p:nvPr>
            <p:ph type="body" idx="1"/>
          </p:nvPr>
        </p:nvSpPr>
        <p:spPr>
          <a:xfrm>
            <a:off x="397668" y="1953895"/>
            <a:ext cx="6606382" cy="398494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596148DB-FA68-371C-8BF4-E293FC9AFA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5" name="TextBox 74">
            <a:extLst>
              <a:ext uri="{FF2B5EF4-FFF2-40B4-BE49-F238E27FC236}">
                <a16:creationId xmlns:a16="http://schemas.microsoft.com/office/drawing/2014/main" id="{C49942D6-F832-B4B1-76C2-4932E26F77DC}"/>
              </a:ext>
            </a:extLst>
          </p:cNvPr>
          <p:cNvSpPr txBox="1"/>
          <p:nvPr userDrawn="1"/>
        </p:nvSpPr>
        <p:spPr>
          <a:xfrm>
            <a:off x="394728"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9" name="Slide Number Placeholder 13">
            <a:extLst>
              <a:ext uri="{FF2B5EF4-FFF2-40B4-BE49-F238E27FC236}">
                <a16:creationId xmlns:a16="http://schemas.microsoft.com/office/drawing/2014/main" id="{E24FE0F2-07AD-8A4E-A9FB-C7018A821F6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2" name="Date Placeholder 71">
            <a:extLst>
              <a:ext uri="{FF2B5EF4-FFF2-40B4-BE49-F238E27FC236}">
                <a16:creationId xmlns:a16="http://schemas.microsoft.com/office/drawing/2014/main" id="{DAB00A56-EB9F-33C3-88B3-D8EB0A54BA49}"/>
              </a:ext>
            </a:extLst>
          </p:cNvPr>
          <p:cNvSpPr>
            <a:spLocks noGrp="1"/>
          </p:cNvSpPr>
          <p:nvPr>
            <p:ph type="dt" sz="half" idx="2"/>
          </p:nvPr>
        </p:nvSpPr>
        <p:spPr>
          <a:xfrm>
            <a:off x="5265850" y="7056786"/>
            <a:ext cx="2743200" cy="161583"/>
          </a:xfrm>
          <a:prstGeom prst="rect">
            <a:avLst/>
          </a:prstGeom>
        </p:spPr>
        <p:txBody>
          <a:bodyPr vert="horz" lIns="0" tIns="0" rIns="0" bIns="0" rtlCol="0" anchor="ctr">
            <a:spAutoFit/>
          </a:bodyPr>
          <a:lstStyle>
            <a:lvl1pPr algn="l">
              <a:defRPr sz="1050">
                <a:solidFill>
                  <a:schemeClr val="tx1"/>
                </a:solidFill>
              </a:defRPr>
            </a:lvl1pPr>
          </a:lstStyle>
          <a:p>
            <a:endParaRPr lang="en-US"/>
          </a:p>
        </p:txBody>
      </p:sp>
    </p:spTree>
    <p:extLst>
      <p:ext uri="{BB962C8B-B14F-4D97-AF65-F5344CB8AC3E}">
        <p14:creationId xmlns:p14="http://schemas.microsoft.com/office/powerpoint/2010/main" val="1643058329"/>
      </p:ext>
    </p:extLst>
  </p:cSld>
  <p:clrMap bg1="lt1" tx1="dk1" bg2="lt2" tx2="dk2" accent1="accent1" accent2="accent2" accent3="accent3" accent4="accent4" accent5="accent5" accent6="accent6" hlink="hlink" folHlink="folHlink"/>
  <p:sldLayoutIdLst>
    <p:sldLayoutId id="2147483672" r:id="rId1"/>
  </p:sldLayoutIdLs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2" userDrawn="1">
          <p15:clr>
            <a:srgbClr val="F26B43"/>
          </p15:clr>
        </p15:guide>
        <p15:guide id="3" pos="252" userDrawn="1">
          <p15:clr>
            <a:srgbClr val="F26B43"/>
          </p15:clr>
        </p15:guide>
        <p15:guide id="4" pos="7434" userDrawn="1">
          <p15:clr>
            <a:srgbClr val="F26B43"/>
          </p15:clr>
        </p15:guide>
        <p15:guide id="11" orient="horz" pos="4065" userDrawn="1">
          <p15:clr>
            <a:srgbClr val="F26B43"/>
          </p15:clr>
        </p15:guide>
        <p15:guide id="12" pos="786" userDrawn="1">
          <p15:clr>
            <a:srgbClr val="F26B43"/>
          </p15:clr>
        </p15:guide>
        <p15:guide id="13" pos="858" userDrawn="1">
          <p15:clr>
            <a:srgbClr val="F26B43"/>
          </p15:clr>
        </p15:guide>
        <p15:guide id="14" pos="1391" userDrawn="1">
          <p15:clr>
            <a:srgbClr val="F26B43"/>
          </p15:clr>
        </p15:guide>
        <p15:guide id="15" pos="1461" userDrawn="1">
          <p15:clr>
            <a:srgbClr val="F26B43"/>
          </p15:clr>
        </p15:guide>
        <p15:guide id="16" pos="1994" userDrawn="1">
          <p15:clr>
            <a:srgbClr val="F26B43"/>
          </p15:clr>
        </p15:guide>
        <p15:guide id="17" pos="2067" userDrawn="1">
          <p15:clr>
            <a:srgbClr val="F26B43"/>
          </p15:clr>
        </p15:guide>
        <p15:guide id="18" pos="2600" userDrawn="1">
          <p15:clr>
            <a:srgbClr val="F26B43"/>
          </p15:clr>
        </p15:guide>
        <p15:guide id="19" pos="2670" userDrawn="1">
          <p15:clr>
            <a:srgbClr val="F26B43"/>
          </p15:clr>
        </p15:guide>
        <p15:guide id="20" pos="3204" userDrawn="1">
          <p15:clr>
            <a:srgbClr val="F26B43"/>
          </p15:clr>
        </p15:guide>
        <p15:guide id="21" pos="3275" userDrawn="1">
          <p15:clr>
            <a:srgbClr val="F26B43"/>
          </p15:clr>
        </p15:guide>
        <p15:guide id="22" pos="3807" userDrawn="1">
          <p15:clr>
            <a:srgbClr val="F26B43"/>
          </p15:clr>
        </p15:guide>
        <p15:guide id="23" pos="3879" userDrawn="1">
          <p15:clr>
            <a:srgbClr val="F26B43"/>
          </p15:clr>
        </p15:guide>
        <p15:guide id="24" pos="4412" userDrawn="1">
          <p15:clr>
            <a:srgbClr val="F26B43"/>
          </p15:clr>
        </p15:guide>
        <p15:guide id="25" pos="5016" userDrawn="1">
          <p15:clr>
            <a:srgbClr val="F26B43"/>
          </p15:clr>
        </p15:guide>
        <p15:guide id="26" pos="4484" userDrawn="1">
          <p15:clr>
            <a:srgbClr val="F26B43"/>
          </p15:clr>
        </p15:guide>
        <p15:guide id="27" pos="5088" userDrawn="1">
          <p15:clr>
            <a:srgbClr val="F26B43"/>
          </p15:clr>
        </p15:guide>
        <p15:guide id="28" pos="5621" userDrawn="1">
          <p15:clr>
            <a:srgbClr val="F26B43"/>
          </p15:clr>
        </p15:guide>
        <p15:guide id="29" pos="5693" userDrawn="1">
          <p15:clr>
            <a:srgbClr val="F26B43"/>
          </p15:clr>
        </p15:guide>
        <p15:guide id="30" pos="6224" userDrawn="1">
          <p15:clr>
            <a:srgbClr val="F26B43"/>
          </p15:clr>
        </p15:guide>
        <p15:guide id="31" pos="6297" userDrawn="1">
          <p15:clr>
            <a:srgbClr val="F26B43"/>
          </p15:clr>
        </p15:guide>
        <p15:guide id="32" pos="6828" userDrawn="1">
          <p15:clr>
            <a:srgbClr val="F26B43"/>
          </p15:clr>
        </p15:guide>
        <p15:guide id="33" pos="6900" userDrawn="1">
          <p15:clr>
            <a:srgbClr val="F26B43"/>
          </p15:clr>
        </p15:guide>
        <p15:guide id="34" orient="horz" pos="506" userDrawn="1">
          <p15:clr>
            <a:srgbClr val="F26B43"/>
          </p15:clr>
        </p15:guide>
        <p15:guide id="35" orient="horz" pos="578" userDrawn="1">
          <p15:clr>
            <a:srgbClr val="F26B43"/>
          </p15:clr>
        </p15:guide>
        <p15:guide id="36" orient="horz" pos="830" userDrawn="1">
          <p15:clr>
            <a:srgbClr val="F26B43"/>
          </p15:clr>
        </p15:guide>
        <p15:guide id="37" orient="horz" pos="900" userDrawn="1">
          <p15:clr>
            <a:srgbClr val="F26B43"/>
          </p15:clr>
        </p15:guide>
        <p15:guide id="38" orient="horz" pos="1152" userDrawn="1">
          <p15:clr>
            <a:srgbClr val="F26B43"/>
          </p15:clr>
        </p15:guide>
        <p15:guide id="39" orient="horz" pos="1226" userDrawn="1">
          <p15:clr>
            <a:srgbClr val="F26B43"/>
          </p15:clr>
        </p15:guide>
        <p15:guide id="40" orient="horz" pos="1476" userDrawn="1">
          <p15:clr>
            <a:srgbClr val="F26B43"/>
          </p15:clr>
        </p15:guide>
        <p15:guide id="41" orient="horz" pos="1800" userDrawn="1">
          <p15:clr>
            <a:srgbClr val="F26B43"/>
          </p15:clr>
        </p15:guide>
        <p15:guide id="42" orient="horz" pos="1872" userDrawn="1">
          <p15:clr>
            <a:srgbClr val="F26B43"/>
          </p15:clr>
        </p15:guide>
        <p15:guide id="43" orient="horz" pos="2123" userDrawn="1">
          <p15:clr>
            <a:srgbClr val="F26B43"/>
          </p15:clr>
        </p15:guide>
        <p15:guide id="44" orient="horz" pos="2195" userDrawn="1">
          <p15:clr>
            <a:srgbClr val="F26B43"/>
          </p15:clr>
        </p15:guide>
        <p15:guide id="45" orient="horz" pos="2447" userDrawn="1">
          <p15:clr>
            <a:srgbClr val="F26B43"/>
          </p15:clr>
        </p15:guide>
        <p15:guide id="46" orient="horz" pos="2519" userDrawn="1">
          <p15:clr>
            <a:srgbClr val="F26B43"/>
          </p15:clr>
        </p15:guide>
        <p15:guide id="47" orient="horz" pos="2771" userDrawn="1">
          <p15:clr>
            <a:srgbClr val="F26B43"/>
          </p15:clr>
        </p15:guide>
        <p15:guide id="48" orient="horz" pos="2843" userDrawn="1">
          <p15:clr>
            <a:srgbClr val="F26B43"/>
          </p15:clr>
        </p15:guide>
        <p15:guide id="49" orient="horz" pos="3095" userDrawn="1">
          <p15:clr>
            <a:srgbClr val="F26B43"/>
          </p15:clr>
        </p15:guide>
        <p15:guide id="50" orient="horz" pos="3167" userDrawn="1">
          <p15:clr>
            <a:srgbClr val="F26B43"/>
          </p15:clr>
        </p15:guide>
        <p15:guide id="51" orient="horz" pos="3417" userDrawn="1">
          <p15:clr>
            <a:srgbClr val="F26B43"/>
          </p15:clr>
        </p15:guide>
        <p15:guide id="52" orient="horz" pos="3489" userDrawn="1">
          <p15:clr>
            <a:srgbClr val="F26B43"/>
          </p15:clr>
        </p15:guide>
        <p15:guide id="53" orient="horz" pos="3741" userDrawn="1">
          <p15:clr>
            <a:srgbClr val="F26B43"/>
          </p15:clr>
        </p15:guide>
        <p15:guide id="54" orient="horz" pos="3813" userDrawn="1">
          <p15:clr>
            <a:srgbClr val="F26B43"/>
          </p15:clr>
        </p15:guide>
        <p15:guide id="55" orient="horz" pos="1548"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94A4F-D3DB-0774-9A49-3731CB00A89B}"/>
              </a:ext>
            </a:extLst>
          </p:cNvPr>
          <p:cNvSpPr>
            <a:spLocks noGrp="1"/>
          </p:cNvSpPr>
          <p:nvPr>
            <p:ph type="title"/>
          </p:nvPr>
        </p:nvSpPr>
        <p:spPr>
          <a:xfrm>
            <a:off x="397667" y="402336"/>
            <a:ext cx="5645946" cy="1295399"/>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C66E56D0-2D08-E67F-5DF1-B3B408351D90}"/>
              </a:ext>
            </a:extLst>
          </p:cNvPr>
          <p:cNvSpPr>
            <a:spLocks noGrp="1"/>
          </p:cNvSpPr>
          <p:nvPr>
            <p:ph type="body" idx="1"/>
          </p:nvPr>
        </p:nvSpPr>
        <p:spPr>
          <a:xfrm>
            <a:off x="397668" y="1953895"/>
            <a:ext cx="6606382" cy="398494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596148DB-FA68-371C-8BF4-E293FC9AFA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5" name="TextBox 74">
            <a:extLst>
              <a:ext uri="{FF2B5EF4-FFF2-40B4-BE49-F238E27FC236}">
                <a16:creationId xmlns:a16="http://schemas.microsoft.com/office/drawing/2014/main" id="{C49942D6-F832-B4B1-76C2-4932E26F77DC}"/>
              </a:ext>
            </a:extLst>
          </p:cNvPr>
          <p:cNvSpPr txBox="1"/>
          <p:nvPr userDrawn="1"/>
        </p:nvSpPr>
        <p:spPr>
          <a:xfrm>
            <a:off x="394728"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9" name="Slide Number Placeholder 13">
            <a:extLst>
              <a:ext uri="{FF2B5EF4-FFF2-40B4-BE49-F238E27FC236}">
                <a16:creationId xmlns:a16="http://schemas.microsoft.com/office/drawing/2014/main" id="{E24FE0F2-07AD-8A4E-A9FB-C7018A821F6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2" name="Date Placeholder 71">
            <a:extLst>
              <a:ext uri="{FF2B5EF4-FFF2-40B4-BE49-F238E27FC236}">
                <a16:creationId xmlns:a16="http://schemas.microsoft.com/office/drawing/2014/main" id="{DAB00A56-EB9F-33C3-88B3-D8EB0A54BA49}"/>
              </a:ext>
            </a:extLst>
          </p:cNvPr>
          <p:cNvSpPr>
            <a:spLocks noGrp="1"/>
          </p:cNvSpPr>
          <p:nvPr>
            <p:ph type="dt" sz="half" idx="2"/>
          </p:nvPr>
        </p:nvSpPr>
        <p:spPr>
          <a:xfrm>
            <a:off x="5265850" y="7056786"/>
            <a:ext cx="2743200" cy="161583"/>
          </a:xfrm>
          <a:prstGeom prst="rect">
            <a:avLst/>
          </a:prstGeom>
        </p:spPr>
        <p:txBody>
          <a:bodyPr vert="horz" lIns="0" tIns="0" rIns="0" bIns="0" rtlCol="0" anchor="ctr">
            <a:spAutoFit/>
          </a:bodyPr>
          <a:lstStyle>
            <a:lvl1pPr algn="l">
              <a:defRPr sz="1050">
                <a:solidFill>
                  <a:schemeClr val="tx1"/>
                </a:solidFill>
              </a:defRPr>
            </a:lvl1pPr>
          </a:lstStyle>
          <a:p>
            <a:endParaRPr lang="en-US"/>
          </a:p>
        </p:txBody>
      </p:sp>
    </p:spTree>
    <p:extLst>
      <p:ext uri="{BB962C8B-B14F-4D97-AF65-F5344CB8AC3E}">
        <p14:creationId xmlns:p14="http://schemas.microsoft.com/office/powerpoint/2010/main" val="1643058329"/>
      </p:ext>
    </p:extLst>
  </p:cSld>
  <p:clrMap bg1="lt1" tx1="dk1" bg2="lt2" tx2="dk2" accent1="accent1" accent2="accent2" accent3="accent3" accent4="accent4" accent5="accent5" accent6="accent6" hlink="hlink" folHlink="folHlink"/>
  <p:sldLayoutIdLst>
    <p:sldLayoutId id="2147483673" r:id="rId1"/>
  </p:sldLayoutIdLs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2" userDrawn="1">
          <p15:clr>
            <a:srgbClr val="F26B43"/>
          </p15:clr>
        </p15:guide>
        <p15:guide id="3" pos="252" userDrawn="1">
          <p15:clr>
            <a:srgbClr val="F26B43"/>
          </p15:clr>
        </p15:guide>
        <p15:guide id="4" pos="7434" userDrawn="1">
          <p15:clr>
            <a:srgbClr val="F26B43"/>
          </p15:clr>
        </p15:guide>
        <p15:guide id="11" orient="horz" pos="4065" userDrawn="1">
          <p15:clr>
            <a:srgbClr val="F26B43"/>
          </p15:clr>
        </p15:guide>
        <p15:guide id="12" pos="786" userDrawn="1">
          <p15:clr>
            <a:srgbClr val="F26B43"/>
          </p15:clr>
        </p15:guide>
        <p15:guide id="13" pos="858" userDrawn="1">
          <p15:clr>
            <a:srgbClr val="F26B43"/>
          </p15:clr>
        </p15:guide>
        <p15:guide id="14" pos="1391" userDrawn="1">
          <p15:clr>
            <a:srgbClr val="F26B43"/>
          </p15:clr>
        </p15:guide>
        <p15:guide id="15" pos="1461" userDrawn="1">
          <p15:clr>
            <a:srgbClr val="F26B43"/>
          </p15:clr>
        </p15:guide>
        <p15:guide id="16" pos="1994" userDrawn="1">
          <p15:clr>
            <a:srgbClr val="F26B43"/>
          </p15:clr>
        </p15:guide>
        <p15:guide id="17" pos="2067" userDrawn="1">
          <p15:clr>
            <a:srgbClr val="F26B43"/>
          </p15:clr>
        </p15:guide>
        <p15:guide id="18" pos="2600" userDrawn="1">
          <p15:clr>
            <a:srgbClr val="F26B43"/>
          </p15:clr>
        </p15:guide>
        <p15:guide id="19" pos="2670" userDrawn="1">
          <p15:clr>
            <a:srgbClr val="F26B43"/>
          </p15:clr>
        </p15:guide>
        <p15:guide id="20" pos="3204" userDrawn="1">
          <p15:clr>
            <a:srgbClr val="F26B43"/>
          </p15:clr>
        </p15:guide>
        <p15:guide id="21" pos="3275" userDrawn="1">
          <p15:clr>
            <a:srgbClr val="F26B43"/>
          </p15:clr>
        </p15:guide>
        <p15:guide id="22" pos="3807" userDrawn="1">
          <p15:clr>
            <a:srgbClr val="F26B43"/>
          </p15:clr>
        </p15:guide>
        <p15:guide id="23" pos="3879" userDrawn="1">
          <p15:clr>
            <a:srgbClr val="F26B43"/>
          </p15:clr>
        </p15:guide>
        <p15:guide id="24" pos="4412" userDrawn="1">
          <p15:clr>
            <a:srgbClr val="F26B43"/>
          </p15:clr>
        </p15:guide>
        <p15:guide id="25" pos="5016" userDrawn="1">
          <p15:clr>
            <a:srgbClr val="F26B43"/>
          </p15:clr>
        </p15:guide>
        <p15:guide id="26" pos="4484" userDrawn="1">
          <p15:clr>
            <a:srgbClr val="F26B43"/>
          </p15:clr>
        </p15:guide>
        <p15:guide id="27" pos="5088" userDrawn="1">
          <p15:clr>
            <a:srgbClr val="F26B43"/>
          </p15:clr>
        </p15:guide>
        <p15:guide id="28" pos="5621" userDrawn="1">
          <p15:clr>
            <a:srgbClr val="F26B43"/>
          </p15:clr>
        </p15:guide>
        <p15:guide id="29" pos="5693" userDrawn="1">
          <p15:clr>
            <a:srgbClr val="F26B43"/>
          </p15:clr>
        </p15:guide>
        <p15:guide id="30" pos="6224" userDrawn="1">
          <p15:clr>
            <a:srgbClr val="F26B43"/>
          </p15:clr>
        </p15:guide>
        <p15:guide id="31" pos="6297" userDrawn="1">
          <p15:clr>
            <a:srgbClr val="F26B43"/>
          </p15:clr>
        </p15:guide>
        <p15:guide id="32" pos="6828" userDrawn="1">
          <p15:clr>
            <a:srgbClr val="F26B43"/>
          </p15:clr>
        </p15:guide>
        <p15:guide id="33" pos="6900" userDrawn="1">
          <p15:clr>
            <a:srgbClr val="F26B43"/>
          </p15:clr>
        </p15:guide>
        <p15:guide id="34" orient="horz" pos="506" userDrawn="1">
          <p15:clr>
            <a:srgbClr val="F26B43"/>
          </p15:clr>
        </p15:guide>
        <p15:guide id="35" orient="horz" pos="578" userDrawn="1">
          <p15:clr>
            <a:srgbClr val="F26B43"/>
          </p15:clr>
        </p15:guide>
        <p15:guide id="36" orient="horz" pos="830" userDrawn="1">
          <p15:clr>
            <a:srgbClr val="F26B43"/>
          </p15:clr>
        </p15:guide>
        <p15:guide id="37" orient="horz" pos="900" userDrawn="1">
          <p15:clr>
            <a:srgbClr val="F26B43"/>
          </p15:clr>
        </p15:guide>
        <p15:guide id="38" orient="horz" pos="1152" userDrawn="1">
          <p15:clr>
            <a:srgbClr val="F26B43"/>
          </p15:clr>
        </p15:guide>
        <p15:guide id="39" orient="horz" pos="1226" userDrawn="1">
          <p15:clr>
            <a:srgbClr val="F26B43"/>
          </p15:clr>
        </p15:guide>
        <p15:guide id="40" orient="horz" pos="1476" userDrawn="1">
          <p15:clr>
            <a:srgbClr val="F26B43"/>
          </p15:clr>
        </p15:guide>
        <p15:guide id="41" orient="horz" pos="1800" userDrawn="1">
          <p15:clr>
            <a:srgbClr val="F26B43"/>
          </p15:clr>
        </p15:guide>
        <p15:guide id="42" orient="horz" pos="1872" userDrawn="1">
          <p15:clr>
            <a:srgbClr val="F26B43"/>
          </p15:clr>
        </p15:guide>
        <p15:guide id="43" orient="horz" pos="2123" userDrawn="1">
          <p15:clr>
            <a:srgbClr val="F26B43"/>
          </p15:clr>
        </p15:guide>
        <p15:guide id="44" orient="horz" pos="2195" userDrawn="1">
          <p15:clr>
            <a:srgbClr val="F26B43"/>
          </p15:clr>
        </p15:guide>
        <p15:guide id="45" orient="horz" pos="2447" userDrawn="1">
          <p15:clr>
            <a:srgbClr val="F26B43"/>
          </p15:clr>
        </p15:guide>
        <p15:guide id="46" orient="horz" pos="2519" userDrawn="1">
          <p15:clr>
            <a:srgbClr val="F26B43"/>
          </p15:clr>
        </p15:guide>
        <p15:guide id="47" orient="horz" pos="2771" userDrawn="1">
          <p15:clr>
            <a:srgbClr val="F26B43"/>
          </p15:clr>
        </p15:guide>
        <p15:guide id="48" orient="horz" pos="2843" userDrawn="1">
          <p15:clr>
            <a:srgbClr val="F26B43"/>
          </p15:clr>
        </p15:guide>
        <p15:guide id="49" orient="horz" pos="3095" userDrawn="1">
          <p15:clr>
            <a:srgbClr val="F26B43"/>
          </p15:clr>
        </p15:guide>
        <p15:guide id="50" orient="horz" pos="3167" userDrawn="1">
          <p15:clr>
            <a:srgbClr val="F26B43"/>
          </p15:clr>
        </p15:guide>
        <p15:guide id="51" orient="horz" pos="3417" userDrawn="1">
          <p15:clr>
            <a:srgbClr val="F26B43"/>
          </p15:clr>
        </p15:guide>
        <p15:guide id="52" orient="horz" pos="3489" userDrawn="1">
          <p15:clr>
            <a:srgbClr val="F26B43"/>
          </p15:clr>
        </p15:guide>
        <p15:guide id="53" orient="horz" pos="3741" userDrawn="1">
          <p15:clr>
            <a:srgbClr val="F26B43"/>
          </p15:clr>
        </p15:guide>
        <p15:guide id="54" orient="horz" pos="3813" userDrawn="1">
          <p15:clr>
            <a:srgbClr val="F26B43"/>
          </p15:clr>
        </p15:guide>
        <p15:guide id="55" orient="horz" pos="1548"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94A4F-D3DB-0774-9A49-3731CB00A89B}"/>
              </a:ext>
            </a:extLst>
          </p:cNvPr>
          <p:cNvSpPr>
            <a:spLocks noGrp="1"/>
          </p:cNvSpPr>
          <p:nvPr>
            <p:ph type="title"/>
          </p:nvPr>
        </p:nvSpPr>
        <p:spPr>
          <a:xfrm>
            <a:off x="397667" y="402336"/>
            <a:ext cx="5645946" cy="1295399"/>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C66E56D0-2D08-E67F-5DF1-B3B408351D90}"/>
              </a:ext>
            </a:extLst>
          </p:cNvPr>
          <p:cNvSpPr>
            <a:spLocks noGrp="1"/>
          </p:cNvSpPr>
          <p:nvPr>
            <p:ph type="body" idx="1"/>
          </p:nvPr>
        </p:nvSpPr>
        <p:spPr>
          <a:xfrm>
            <a:off x="397668" y="1953895"/>
            <a:ext cx="6606382" cy="398494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596148DB-FA68-371C-8BF4-E293FC9AFA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5" name="TextBox 74">
            <a:extLst>
              <a:ext uri="{FF2B5EF4-FFF2-40B4-BE49-F238E27FC236}">
                <a16:creationId xmlns:a16="http://schemas.microsoft.com/office/drawing/2014/main" id="{C49942D6-F832-B4B1-76C2-4932E26F77DC}"/>
              </a:ext>
            </a:extLst>
          </p:cNvPr>
          <p:cNvSpPr txBox="1"/>
          <p:nvPr userDrawn="1"/>
        </p:nvSpPr>
        <p:spPr>
          <a:xfrm>
            <a:off x="394728"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9" name="Slide Number Placeholder 13">
            <a:extLst>
              <a:ext uri="{FF2B5EF4-FFF2-40B4-BE49-F238E27FC236}">
                <a16:creationId xmlns:a16="http://schemas.microsoft.com/office/drawing/2014/main" id="{E24FE0F2-07AD-8A4E-A9FB-C7018A821F6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2" name="Date Placeholder 71">
            <a:extLst>
              <a:ext uri="{FF2B5EF4-FFF2-40B4-BE49-F238E27FC236}">
                <a16:creationId xmlns:a16="http://schemas.microsoft.com/office/drawing/2014/main" id="{DAB00A56-EB9F-33C3-88B3-D8EB0A54BA49}"/>
              </a:ext>
            </a:extLst>
          </p:cNvPr>
          <p:cNvSpPr>
            <a:spLocks noGrp="1"/>
          </p:cNvSpPr>
          <p:nvPr>
            <p:ph type="dt" sz="half" idx="2"/>
          </p:nvPr>
        </p:nvSpPr>
        <p:spPr>
          <a:xfrm>
            <a:off x="5265850" y="7056786"/>
            <a:ext cx="2743200" cy="161583"/>
          </a:xfrm>
          <a:prstGeom prst="rect">
            <a:avLst/>
          </a:prstGeom>
        </p:spPr>
        <p:txBody>
          <a:bodyPr vert="horz" lIns="0" tIns="0" rIns="0" bIns="0" rtlCol="0" anchor="ctr">
            <a:spAutoFit/>
          </a:bodyPr>
          <a:lstStyle>
            <a:lvl1pPr algn="l">
              <a:defRPr sz="1050">
                <a:solidFill>
                  <a:schemeClr val="tx1"/>
                </a:solidFill>
              </a:defRPr>
            </a:lvl1pPr>
          </a:lstStyle>
          <a:p>
            <a:endParaRPr lang="en-US"/>
          </a:p>
        </p:txBody>
      </p:sp>
    </p:spTree>
    <p:extLst>
      <p:ext uri="{BB962C8B-B14F-4D97-AF65-F5344CB8AC3E}">
        <p14:creationId xmlns:p14="http://schemas.microsoft.com/office/powerpoint/2010/main" val="1643058329"/>
      </p:ext>
    </p:extLst>
  </p:cSld>
  <p:clrMap bg1="lt1" tx1="dk1" bg2="lt2" tx2="dk2" accent1="accent1" accent2="accent2" accent3="accent3" accent4="accent4" accent5="accent5" accent6="accent6" hlink="hlink" folHlink="folHlink"/>
  <p:sldLayoutIdLst>
    <p:sldLayoutId id="2147483674" r:id="rId1"/>
  </p:sldLayoutIdLs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2" userDrawn="1">
          <p15:clr>
            <a:srgbClr val="F26B43"/>
          </p15:clr>
        </p15:guide>
        <p15:guide id="3" pos="252" userDrawn="1">
          <p15:clr>
            <a:srgbClr val="F26B43"/>
          </p15:clr>
        </p15:guide>
        <p15:guide id="4" pos="7434" userDrawn="1">
          <p15:clr>
            <a:srgbClr val="F26B43"/>
          </p15:clr>
        </p15:guide>
        <p15:guide id="11" orient="horz" pos="4065" userDrawn="1">
          <p15:clr>
            <a:srgbClr val="F26B43"/>
          </p15:clr>
        </p15:guide>
        <p15:guide id="12" pos="786" userDrawn="1">
          <p15:clr>
            <a:srgbClr val="F26B43"/>
          </p15:clr>
        </p15:guide>
        <p15:guide id="13" pos="858" userDrawn="1">
          <p15:clr>
            <a:srgbClr val="F26B43"/>
          </p15:clr>
        </p15:guide>
        <p15:guide id="14" pos="1391" userDrawn="1">
          <p15:clr>
            <a:srgbClr val="F26B43"/>
          </p15:clr>
        </p15:guide>
        <p15:guide id="15" pos="1461" userDrawn="1">
          <p15:clr>
            <a:srgbClr val="F26B43"/>
          </p15:clr>
        </p15:guide>
        <p15:guide id="16" pos="1994" userDrawn="1">
          <p15:clr>
            <a:srgbClr val="F26B43"/>
          </p15:clr>
        </p15:guide>
        <p15:guide id="17" pos="2067" userDrawn="1">
          <p15:clr>
            <a:srgbClr val="F26B43"/>
          </p15:clr>
        </p15:guide>
        <p15:guide id="18" pos="2600" userDrawn="1">
          <p15:clr>
            <a:srgbClr val="F26B43"/>
          </p15:clr>
        </p15:guide>
        <p15:guide id="19" pos="2670" userDrawn="1">
          <p15:clr>
            <a:srgbClr val="F26B43"/>
          </p15:clr>
        </p15:guide>
        <p15:guide id="20" pos="3204" userDrawn="1">
          <p15:clr>
            <a:srgbClr val="F26B43"/>
          </p15:clr>
        </p15:guide>
        <p15:guide id="21" pos="3275" userDrawn="1">
          <p15:clr>
            <a:srgbClr val="F26B43"/>
          </p15:clr>
        </p15:guide>
        <p15:guide id="22" pos="3807" userDrawn="1">
          <p15:clr>
            <a:srgbClr val="F26B43"/>
          </p15:clr>
        </p15:guide>
        <p15:guide id="23" pos="3879" userDrawn="1">
          <p15:clr>
            <a:srgbClr val="F26B43"/>
          </p15:clr>
        </p15:guide>
        <p15:guide id="24" pos="4412" userDrawn="1">
          <p15:clr>
            <a:srgbClr val="F26B43"/>
          </p15:clr>
        </p15:guide>
        <p15:guide id="25" pos="5016" userDrawn="1">
          <p15:clr>
            <a:srgbClr val="F26B43"/>
          </p15:clr>
        </p15:guide>
        <p15:guide id="26" pos="4484" userDrawn="1">
          <p15:clr>
            <a:srgbClr val="F26B43"/>
          </p15:clr>
        </p15:guide>
        <p15:guide id="27" pos="5088" userDrawn="1">
          <p15:clr>
            <a:srgbClr val="F26B43"/>
          </p15:clr>
        </p15:guide>
        <p15:guide id="28" pos="5621" userDrawn="1">
          <p15:clr>
            <a:srgbClr val="F26B43"/>
          </p15:clr>
        </p15:guide>
        <p15:guide id="29" pos="5693" userDrawn="1">
          <p15:clr>
            <a:srgbClr val="F26B43"/>
          </p15:clr>
        </p15:guide>
        <p15:guide id="30" pos="6224" userDrawn="1">
          <p15:clr>
            <a:srgbClr val="F26B43"/>
          </p15:clr>
        </p15:guide>
        <p15:guide id="31" pos="6297" userDrawn="1">
          <p15:clr>
            <a:srgbClr val="F26B43"/>
          </p15:clr>
        </p15:guide>
        <p15:guide id="32" pos="6828" userDrawn="1">
          <p15:clr>
            <a:srgbClr val="F26B43"/>
          </p15:clr>
        </p15:guide>
        <p15:guide id="33" pos="6900" userDrawn="1">
          <p15:clr>
            <a:srgbClr val="F26B43"/>
          </p15:clr>
        </p15:guide>
        <p15:guide id="34" orient="horz" pos="506" userDrawn="1">
          <p15:clr>
            <a:srgbClr val="F26B43"/>
          </p15:clr>
        </p15:guide>
        <p15:guide id="35" orient="horz" pos="578" userDrawn="1">
          <p15:clr>
            <a:srgbClr val="F26B43"/>
          </p15:clr>
        </p15:guide>
        <p15:guide id="36" orient="horz" pos="830" userDrawn="1">
          <p15:clr>
            <a:srgbClr val="F26B43"/>
          </p15:clr>
        </p15:guide>
        <p15:guide id="37" orient="horz" pos="900" userDrawn="1">
          <p15:clr>
            <a:srgbClr val="F26B43"/>
          </p15:clr>
        </p15:guide>
        <p15:guide id="38" orient="horz" pos="1152" userDrawn="1">
          <p15:clr>
            <a:srgbClr val="F26B43"/>
          </p15:clr>
        </p15:guide>
        <p15:guide id="39" orient="horz" pos="1226" userDrawn="1">
          <p15:clr>
            <a:srgbClr val="F26B43"/>
          </p15:clr>
        </p15:guide>
        <p15:guide id="40" orient="horz" pos="1476" userDrawn="1">
          <p15:clr>
            <a:srgbClr val="F26B43"/>
          </p15:clr>
        </p15:guide>
        <p15:guide id="41" orient="horz" pos="1800" userDrawn="1">
          <p15:clr>
            <a:srgbClr val="F26B43"/>
          </p15:clr>
        </p15:guide>
        <p15:guide id="42" orient="horz" pos="1872" userDrawn="1">
          <p15:clr>
            <a:srgbClr val="F26B43"/>
          </p15:clr>
        </p15:guide>
        <p15:guide id="43" orient="horz" pos="2123" userDrawn="1">
          <p15:clr>
            <a:srgbClr val="F26B43"/>
          </p15:clr>
        </p15:guide>
        <p15:guide id="44" orient="horz" pos="2195" userDrawn="1">
          <p15:clr>
            <a:srgbClr val="F26B43"/>
          </p15:clr>
        </p15:guide>
        <p15:guide id="45" orient="horz" pos="2447" userDrawn="1">
          <p15:clr>
            <a:srgbClr val="F26B43"/>
          </p15:clr>
        </p15:guide>
        <p15:guide id="46" orient="horz" pos="2519" userDrawn="1">
          <p15:clr>
            <a:srgbClr val="F26B43"/>
          </p15:clr>
        </p15:guide>
        <p15:guide id="47" orient="horz" pos="2771" userDrawn="1">
          <p15:clr>
            <a:srgbClr val="F26B43"/>
          </p15:clr>
        </p15:guide>
        <p15:guide id="48" orient="horz" pos="2843" userDrawn="1">
          <p15:clr>
            <a:srgbClr val="F26B43"/>
          </p15:clr>
        </p15:guide>
        <p15:guide id="49" orient="horz" pos="3095" userDrawn="1">
          <p15:clr>
            <a:srgbClr val="F26B43"/>
          </p15:clr>
        </p15:guide>
        <p15:guide id="50" orient="horz" pos="3167" userDrawn="1">
          <p15:clr>
            <a:srgbClr val="F26B43"/>
          </p15:clr>
        </p15:guide>
        <p15:guide id="51" orient="horz" pos="3417" userDrawn="1">
          <p15:clr>
            <a:srgbClr val="F26B43"/>
          </p15:clr>
        </p15:guide>
        <p15:guide id="52" orient="horz" pos="3489" userDrawn="1">
          <p15:clr>
            <a:srgbClr val="F26B43"/>
          </p15:clr>
        </p15:guide>
        <p15:guide id="53" orient="horz" pos="3741" userDrawn="1">
          <p15:clr>
            <a:srgbClr val="F26B43"/>
          </p15:clr>
        </p15:guide>
        <p15:guide id="54" orient="horz" pos="3813" userDrawn="1">
          <p15:clr>
            <a:srgbClr val="F26B43"/>
          </p15:clr>
        </p15:guide>
        <p15:guide id="55" orient="horz" pos="1548"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94A4F-D3DB-0774-9A49-3731CB00A89B}"/>
              </a:ext>
            </a:extLst>
          </p:cNvPr>
          <p:cNvSpPr>
            <a:spLocks noGrp="1"/>
          </p:cNvSpPr>
          <p:nvPr>
            <p:ph type="title"/>
          </p:nvPr>
        </p:nvSpPr>
        <p:spPr>
          <a:xfrm>
            <a:off x="397667" y="402336"/>
            <a:ext cx="5645946" cy="1295399"/>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C66E56D0-2D08-E67F-5DF1-B3B408351D90}"/>
              </a:ext>
            </a:extLst>
          </p:cNvPr>
          <p:cNvSpPr>
            <a:spLocks noGrp="1"/>
          </p:cNvSpPr>
          <p:nvPr>
            <p:ph type="body" idx="1"/>
          </p:nvPr>
        </p:nvSpPr>
        <p:spPr>
          <a:xfrm>
            <a:off x="397668" y="1953895"/>
            <a:ext cx="6606382" cy="398494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596148DB-FA68-371C-8BF4-E293FC9AFA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5" name="TextBox 74">
            <a:extLst>
              <a:ext uri="{FF2B5EF4-FFF2-40B4-BE49-F238E27FC236}">
                <a16:creationId xmlns:a16="http://schemas.microsoft.com/office/drawing/2014/main" id="{C49942D6-F832-B4B1-76C2-4932E26F77DC}"/>
              </a:ext>
            </a:extLst>
          </p:cNvPr>
          <p:cNvSpPr txBox="1"/>
          <p:nvPr userDrawn="1"/>
        </p:nvSpPr>
        <p:spPr>
          <a:xfrm>
            <a:off x="394728"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9" name="Slide Number Placeholder 13">
            <a:extLst>
              <a:ext uri="{FF2B5EF4-FFF2-40B4-BE49-F238E27FC236}">
                <a16:creationId xmlns:a16="http://schemas.microsoft.com/office/drawing/2014/main" id="{E24FE0F2-07AD-8A4E-A9FB-C7018A821F6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2" name="Date Placeholder 71">
            <a:extLst>
              <a:ext uri="{FF2B5EF4-FFF2-40B4-BE49-F238E27FC236}">
                <a16:creationId xmlns:a16="http://schemas.microsoft.com/office/drawing/2014/main" id="{DAB00A56-EB9F-33C3-88B3-D8EB0A54BA49}"/>
              </a:ext>
            </a:extLst>
          </p:cNvPr>
          <p:cNvSpPr>
            <a:spLocks noGrp="1"/>
          </p:cNvSpPr>
          <p:nvPr>
            <p:ph type="dt" sz="half" idx="2"/>
          </p:nvPr>
        </p:nvSpPr>
        <p:spPr>
          <a:xfrm>
            <a:off x="5265850" y="7056786"/>
            <a:ext cx="2743200" cy="161583"/>
          </a:xfrm>
          <a:prstGeom prst="rect">
            <a:avLst/>
          </a:prstGeom>
        </p:spPr>
        <p:txBody>
          <a:bodyPr vert="horz" lIns="0" tIns="0" rIns="0" bIns="0" rtlCol="0" anchor="ctr">
            <a:spAutoFit/>
          </a:bodyPr>
          <a:lstStyle>
            <a:lvl1pPr algn="l">
              <a:defRPr sz="1050">
                <a:solidFill>
                  <a:schemeClr val="tx1"/>
                </a:solidFill>
              </a:defRPr>
            </a:lvl1pPr>
          </a:lstStyle>
          <a:p>
            <a:endParaRPr lang="en-US"/>
          </a:p>
        </p:txBody>
      </p:sp>
    </p:spTree>
    <p:extLst>
      <p:ext uri="{BB962C8B-B14F-4D97-AF65-F5344CB8AC3E}">
        <p14:creationId xmlns:p14="http://schemas.microsoft.com/office/powerpoint/2010/main" val="1643058329"/>
      </p:ext>
    </p:extLst>
  </p:cSld>
  <p:clrMap bg1="lt1" tx1="dk1" bg2="lt2" tx2="dk2" accent1="accent1" accent2="accent2" accent3="accent3" accent4="accent4" accent5="accent5" accent6="accent6" hlink="hlink" folHlink="folHlink"/>
  <p:sldLayoutIdLst>
    <p:sldLayoutId id="2147483675" r:id="rId1"/>
  </p:sldLayoutIdLs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2" userDrawn="1">
          <p15:clr>
            <a:srgbClr val="F26B43"/>
          </p15:clr>
        </p15:guide>
        <p15:guide id="3" pos="252" userDrawn="1">
          <p15:clr>
            <a:srgbClr val="F26B43"/>
          </p15:clr>
        </p15:guide>
        <p15:guide id="4" pos="7434" userDrawn="1">
          <p15:clr>
            <a:srgbClr val="F26B43"/>
          </p15:clr>
        </p15:guide>
        <p15:guide id="11" orient="horz" pos="4065" userDrawn="1">
          <p15:clr>
            <a:srgbClr val="F26B43"/>
          </p15:clr>
        </p15:guide>
        <p15:guide id="12" pos="786" userDrawn="1">
          <p15:clr>
            <a:srgbClr val="F26B43"/>
          </p15:clr>
        </p15:guide>
        <p15:guide id="13" pos="858" userDrawn="1">
          <p15:clr>
            <a:srgbClr val="F26B43"/>
          </p15:clr>
        </p15:guide>
        <p15:guide id="14" pos="1391" userDrawn="1">
          <p15:clr>
            <a:srgbClr val="F26B43"/>
          </p15:clr>
        </p15:guide>
        <p15:guide id="15" pos="1461" userDrawn="1">
          <p15:clr>
            <a:srgbClr val="F26B43"/>
          </p15:clr>
        </p15:guide>
        <p15:guide id="16" pos="1994" userDrawn="1">
          <p15:clr>
            <a:srgbClr val="F26B43"/>
          </p15:clr>
        </p15:guide>
        <p15:guide id="17" pos="2067" userDrawn="1">
          <p15:clr>
            <a:srgbClr val="F26B43"/>
          </p15:clr>
        </p15:guide>
        <p15:guide id="18" pos="2600" userDrawn="1">
          <p15:clr>
            <a:srgbClr val="F26B43"/>
          </p15:clr>
        </p15:guide>
        <p15:guide id="19" pos="2670" userDrawn="1">
          <p15:clr>
            <a:srgbClr val="F26B43"/>
          </p15:clr>
        </p15:guide>
        <p15:guide id="20" pos="3204" userDrawn="1">
          <p15:clr>
            <a:srgbClr val="F26B43"/>
          </p15:clr>
        </p15:guide>
        <p15:guide id="21" pos="3275" userDrawn="1">
          <p15:clr>
            <a:srgbClr val="F26B43"/>
          </p15:clr>
        </p15:guide>
        <p15:guide id="22" pos="3807" userDrawn="1">
          <p15:clr>
            <a:srgbClr val="F26B43"/>
          </p15:clr>
        </p15:guide>
        <p15:guide id="23" pos="3879" userDrawn="1">
          <p15:clr>
            <a:srgbClr val="F26B43"/>
          </p15:clr>
        </p15:guide>
        <p15:guide id="24" pos="4412" userDrawn="1">
          <p15:clr>
            <a:srgbClr val="F26B43"/>
          </p15:clr>
        </p15:guide>
        <p15:guide id="25" pos="5016" userDrawn="1">
          <p15:clr>
            <a:srgbClr val="F26B43"/>
          </p15:clr>
        </p15:guide>
        <p15:guide id="26" pos="4484" userDrawn="1">
          <p15:clr>
            <a:srgbClr val="F26B43"/>
          </p15:clr>
        </p15:guide>
        <p15:guide id="27" pos="5088" userDrawn="1">
          <p15:clr>
            <a:srgbClr val="F26B43"/>
          </p15:clr>
        </p15:guide>
        <p15:guide id="28" pos="5621" userDrawn="1">
          <p15:clr>
            <a:srgbClr val="F26B43"/>
          </p15:clr>
        </p15:guide>
        <p15:guide id="29" pos="5693" userDrawn="1">
          <p15:clr>
            <a:srgbClr val="F26B43"/>
          </p15:clr>
        </p15:guide>
        <p15:guide id="30" pos="6224" userDrawn="1">
          <p15:clr>
            <a:srgbClr val="F26B43"/>
          </p15:clr>
        </p15:guide>
        <p15:guide id="31" pos="6297" userDrawn="1">
          <p15:clr>
            <a:srgbClr val="F26B43"/>
          </p15:clr>
        </p15:guide>
        <p15:guide id="32" pos="6828" userDrawn="1">
          <p15:clr>
            <a:srgbClr val="F26B43"/>
          </p15:clr>
        </p15:guide>
        <p15:guide id="33" pos="6900" userDrawn="1">
          <p15:clr>
            <a:srgbClr val="F26B43"/>
          </p15:clr>
        </p15:guide>
        <p15:guide id="34" orient="horz" pos="506" userDrawn="1">
          <p15:clr>
            <a:srgbClr val="F26B43"/>
          </p15:clr>
        </p15:guide>
        <p15:guide id="35" orient="horz" pos="578" userDrawn="1">
          <p15:clr>
            <a:srgbClr val="F26B43"/>
          </p15:clr>
        </p15:guide>
        <p15:guide id="36" orient="horz" pos="830" userDrawn="1">
          <p15:clr>
            <a:srgbClr val="F26B43"/>
          </p15:clr>
        </p15:guide>
        <p15:guide id="37" orient="horz" pos="900" userDrawn="1">
          <p15:clr>
            <a:srgbClr val="F26B43"/>
          </p15:clr>
        </p15:guide>
        <p15:guide id="38" orient="horz" pos="1152" userDrawn="1">
          <p15:clr>
            <a:srgbClr val="F26B43"/>
          </p15:clr>
        </p15:guide>
        <p15:guide id="39" orient="horz" pos="1226" userDrawn="1">
          <p15:clr>
            <a:srgbClr val="F26B43"/>
          </p15:clr>
        </p15:guide>
        <p15:guide id="40" orient="horz" pos="1476" userDrawn="1">
          <p15:clr>
            <a:srgbClr val="F26B43"/>
          </p15:clr>
        </p15:guide>
        <p15:guide id="41" orient="horz" pos="1800" userDrawn="1">
          <p15:clr>
            <a:srgbClr val="F26B43"/>
          </p15:clr>
        </p15:guide>
        <p15:guide id="42" orient="horz" pos="1872" userDrawn="1">
          <p15:clr>
            <a:srgbClr val="F26B43"/>
          </p15:clr>
        </p15:guide>
        <p15:guide id="43" orient="horz" pos="2123" userDrawn="1">
          <p15:clr>
            <a:srgbClr val="F26B43"/>
          </p15:clr>
        </p15:guide>
        <p15:guide id="44" orient="horz" pos="2195" userDrawn="1">
          <p15:clr>
            <a:srgbClr val="F26B43"/>
          </p15:clr>
        </p15:guide>
        <p15:guide id="45" orient="horz" pos="2447" userDrawn="1">
          <p15:clr>
            <a:srgbClr val="F26B43"/>
          </p15:clr>
        </p15:guide>
        <p15:guide id="46" orient="horz" pos="2519" userDrawn="1">
          <p15:clr>
            <a:srgbClr val="F26B43"/>
          </p15:clr>
        </p15:guide>
        <p15:guide id="47" orient="horz" pos="2771" userDrawn="1">
          <p15:clr>
            <a:srgbClr val="F26B43"/>
          </p15:clr>
        </p15:guide>
        <p15:guide id="48" orient="horz" pos="2843" userDrawn="1">
          <p15:clr>
            <a:srgbClr val="F26B43"/>
          </p15:clr>
        </p15:guide>
        <p15:guide id="49" orient="horz" pos="3095" userDrawn="1">
          <p15:clr>
            <a:srgbClr val="F26B43"/>
          </p15:clr>
        </p15:guide>
        <p15:guide id="50" orient="horz" pos="3167" userDrawn="1">
          <p15:clr>
            <a:srgbClr val="F26B43"/>
          </p15:clr>
        </p15:guide>
        <p15:guide id="51" orient="horz" pos="3417" userDrawn="1">
          <p15:clr>
            <a:srgbClr val="F26B43"/>
          </p15:clr>
        </p15:guide>
        <p15:guide id="52" orient="horz" pos="3489" userDrawn="1">
          <p15:clr>
            <a:srgbClr val="F26B43"/>
          </p15:clr>
        </p15:guide>
        <p15:guide id="53" orient="horz" pos="3741" userDrawn="1">
          <p15:clr>
            <a:srgbClr val="F26B43"/>
          </p15:clr>
        </p15:guide>
        <p15:guide id="54" orient="horz" pos="3813" userDrawn="1">
          <p15:clr>
            <a:srgbClr val="F26B43"/>
          </p15:clr>
        </p15:guide>
        <p15:guide id="55" orient="horz" pos="1548"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94A4F-D3DB-0774-9A49-3731CB00A89B}"/>
              </a:ext>
            </a:extLst>
          </p:cNvPr>
          <p:cNvSpPr>
            <a:spLocks noGrp="1"/>
          </p:cNvSpPr>
          <p:nvPr>
            <p:ph type="title"/>
          </p:nvPr>
        </p:nvSpPr>
        <p:spPr>
          <a:xfrm>
            <a:off x="397667" y="402336"/>
            <a:ext cx="5645946" cy="1295399"/>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C66E56D0-2D08-E67F-5DF1-B3B408351D90}"/>
              </a:ext>
            </a:extLst>
          </p:cNvPr>
          <p:cNvSpPr>
            <a:spLocks noGrp="1"/>
          </p:cNvSpPr>
          <p:nvPr>
            <p:ph type="body" idx="1"/>
          </p:nvPr>
        </p:nvSpPr>
        <p:spPr>
          <a:xfrm>
            <a:off x="397668" y="1953895"/>
            <a:ext cx="6606382" cy="398494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596148DB-FA68-371C-8BF4-E293FC9AFA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5" name="TextBox 74">
            <a:extLst>
              <a:ext uri="{FF2B5EF4-FFF2-40B4-BE49-F238E27FC236}">
                <a16:creationId xmlns:a16="http://schemas.microsoft.com/office/drawing/2014/main" id="{C49942D6-F832-B4B1-76C2-4932E26F77DC}"/>
              </a:ext>
            </a:extLst>
          </p:cNvPr>
          <p:cNvSpPr txBox="1"/>
          <p:nvPr userDrawn="1"/>
        </p:nvSpPr>
        <p:spPr>
          <a:xfrm>
            <a:off x="394728"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9" name="Slide Number Placeholder 13">
            <a:extLst>
              <a:ext uri="{FF2B5EF4-FFF2-40B4-BE49-F238E27FC236}">
                <a16:creationId xmlns:a16="http://schemas.microsoft.com/office/drawing/2014/main" id="{E24FE0F2-07AD-8A4E-A9FB-C7018A821F6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2" name="Date Placeholder 71">
            <a:extLst>
              <a:ext uri="{FF2B5EF4-FFF2-40B4-BE49-F238E27FC236}">
                <a16:creationId xmlns:a16="http://schemas.microsoft.com/office/drawing/2014/main" id="{DAB00A56-EB9F-33C3-88B3-D8EB0A54BA49}"/>
              </a:ext>
            </a:extLst>
          </p:cNvPr>
          <p:cNvSpPr>
            <a:spLocks noGrp="1"/>
          </p:cNvSpPr>
          <p:nvPr>
            <p:ph type="dt" sz="half" idx="2"/>
          </p:nvPr>
        </p:nvSpPr>
        <p:spPr>
          <a:xfrm>
            <a:off x="5265850" y="7056786"/>
            <a:ext cx="2743200" cy="161583"/>
          </a:xfrm>
          <a:prstGeom prst="rect">
            <a:avLst/>
          </a:prstGeom>
        </p:spPr>
        <p:txBody>
          <a:bodyPr vert="horz" lIns="0" tIns="0" rIns="0" bIns="0" rtlCol="0" anchor="ctr">
            <a:spAutoFit/>
          </a:bodyPr>
          <a:lstStyle>
            <a:lvl1pPr algn="l">
              <a:defRPr sz="1050">
                <a:solidFill>
                  <a:schemeClr val="tx1"/>
                </a:solidFill>
              </a:defRPr>
            </a:lvl1pPr>
          </a:lstStyle>
          <a:p>
            <a:endParaRPr lang="en-US"/>
          </a:p>
        </p:txBody>
      </p:sp>
    </p:spTree>
    <p:extLst>
      <p:ext uri="{BB962C8B-B14F-4D97-AF65-F5344CB8AC3E}">
        <p14:creationId xmlns:p14="http://schemas.microsoft.com/office/powerpoint/2010/main" val="1643058329"/>
      </p:ext>
    </p:extLst>
  </p:cSld>
  <p:clrMap bg1="lt1" tx1="dk1" bg2="lt2" tx2="dk2" accent1="accent1" accent2="accent2" accent3="accent3" accent4="accent4" accent5="accent5" accent6="accent6" hlink="hlink" folHlink="folHlink"/>
  <p:sldLayoutIdLst>
    <p:sldLayoutId id="2147483676" r:id="rId1"/>
  </p:sldLayoutIdLs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2" userDrawn="1">
          <p15:clr>
            <a:srgbClr val="F26B43"/>
          </p15:clr>
        </p15:guide>
        <p15:guide id="3" pos="252" userDrawn="1">
          <p15:clr>
            <a:srgbClr val="F26B43"/>
          </p15:clr>
        </p15:guide>
        <p15:guide id="4" pos="7434" userDrawn="1">
          <p15:clr>
            <a:srgbClr val="F26B43"/>
          </p15:clr>
        </p15:guide>
        <p15:guide id="11" orient="horz" pos="4065" userDrawn="1">
          <p15:clr>
            <a:srgbClr val="F26B43"/>
          </p15:clr>
        </p15:guide>
        <p15:guide id="12" pos="786" userDrawn="1">
          <p15:clr>
            <a:srgbClr val="F26B43"/>
          </p15:clr>
        </p15:guide>
        <p15:guide id="13" pos="858" userDrawn="1">
          <p15:clr>
            <a:srgbClr val="F26B43"/>
          </p15:clr>
        </p15:guide>
        <p15:guide id="14" pos="1391" userDrawn="1">
          <p15:clr>
            <a:srgbClr val="F26B43"/>
          </p15:clr>
        </p15:guide>
        <p15:guide id="15" pos="1461" userDrawn="1">
          <p15:clr>
            <a:srgbClr val="F26B43"/>
          </p15:clr>
        </p15:guide>
        <p15:guide id="16" pos="1994" userDrawn="1">
          <p15:clr>
            <a:srgbClr val="F26B43"/>
          </p15:clr>
        </p15:guide>
        <p15:guide id="17" pos="2067" userDrawn="1">
          <p15:clr>
            <a:srgbClr val="F26B43"/>
          </p15:clr>
        </p15:guide>
        <p15:guide id="18" pos="2600" userDrawn="1">
          <p15:clr>
            <a:srgbClr val="F26B43"/>
          </p15:clr>
        </p15:guide>
        <p15:guide id="19" pos="2670" userDrawn="1">
          <p15:clr>
            <a:srgbClr val="F26B43"/>
          </p15:clr>
        </p15:guide>
        <p15:guide id="20" pos="3204" userDrawn="1">
          <p15:clr>
            <a:srgbClr val="F26B43"/>
          </p15:clr>
        </p15:guide>
        <p15:guide id="21" pos="3275" userDrawn="1">
          <p15:clr>
            <a:srgbClr val="F26B43"/>
          </p15:clr>
        </p15:guide>
        <p15:guide id="22" pos="3807" userDrawn="1">
          <p15:clr>
            <a:srgbClr val="F26B43"/>
          </p15:clr>
        </p15:guide>
        <p15:guide id="23" pos="3879" userDrawn="1">
          <p15:clr>
            <a:srgbClr val="F26B43"/>
          </p15:clr>
        </p15:guide>
        <p15:guide id="24" pos="4412" userDrawn="1">
          <p15:clr>
            <a:srgbClr val="F26B43"/>
          </p15:clr>
        </p15:guide>
        <p15:guide id="25" pos="5016" userDrawn="1">
          <p15:clr>
            <a:srgbClr val="F26B43"/>
          </p15:clr>
        </p15:guide>
        <p15:guide id="26" pos="4484" userDrawn="1">
          <p15:clr>
            <a:srgbClr val="F26B43"/>
          </p15:clr>
        </p15:guide>
        <p15:guide id="27" pos="5088" userDrawn="1">
          <p15:clr>
            <a:srgbClr val="F26B43"/>
          </p15:clr>
        </p15:guide>
        <p15:guide id="28" pos="5621" userDrawn="1">
          <p15:clr>
            <a:srgbClr val="F26B43"/>
          </p15:clr>
        </p15:guide>
        <p15:guide id="29" pos="5693" userDrawn="1">
          <p15:clr>
            <a:srgbClr val="F26B43"/>
          </p15:clr>
        </p15:guide>
        <p15:guide id="30" pos="6224" userDrawn="1">
          <p15:clr>
            <a:srgbClr val="F26B43"/>
          </p15:clr>
        </p15:guide>
        <p15:guide id="31" pos="6297" userDrawn="1">
          <p15:clr>
            <a:srgbClr val="F26B43"/>
          </p15:clr>
        </p15:guide>
        <p15:guide id="32" pos="6828" userDrawn="1">
          <p15:clr>
            <a:srgbClr val="F26B43"/>
          </p15:clr>
        </p15:guide>
        <p15:guide id="33" pos="6900" userDrawn="1">
          <p15:clr>
            <a:srgbClr val="F26B43"/>
          </p15:clr>
        </p15:guide>
        <p15:guide id="34" orient="horz" pos="506" userDrawn="1">
          <p15:clr>
            <a:srgbClr val="F26B43"/>
          </p15:clr>
        </p15:guide>
        <p15:guide id="35" orient="horz" pos="578" userDrawn="1">
          <p15:clr>
            <a:srgbClr val="F26B43"/>
          </p15:clr>
        </p15:guide>
        <p15:guide id="36" orient="horz" pos="830" userDrawn="1">
          <p15:clr>
            <a:srgbClr val="F26B43"/>
          </p15:clr>
        </p15:guide>
        <p15:guide id="37" orient="horz" pos="900" userDrawn="1">
          <p15:clr>
            <a:srgbClr val="F26B43"/>
          </p15:clr>
        </p15:guide>
        <p15:guide id="38" orient="horz" pos="1152" userDrawn="1">
          <p15:clr>
            <a:srgbClr val="F26B43"/>
          </p15:clr>
        </p15:guide>
        <p15:guide id="39" orient="horz" pos="1226" userDrawn="1">
          <p15:clr>
            <a:srgbClr val="F26B43"/>
          </p15:clr>
        </p15:guide>
        <p15:guide id="40" orient="horz" pos="1476" userDrawn="1">
          <p15:clr>
            <a:srgbClr val="F26B43"/>
          </p15:clr>
        </p15:guide>
        <p15:guide id="41" orient="horz" pos="1800" userDrawn="1">
          <p15:clr>
            <a:srgbClr val="F26B43"/>
          </p15:clr>
        </p15:guide>
        <p15:guide id="42" orient="horz" pos="1872" userDrawn="1">
          <p15:clr>
            <a:srgbClr val="F26B43"/>
          </p15:clr>
        </p15:guide>
        <p15:guide id="43" orient="horz" pos="2123" userDrawn="1">
          <p15:clr>
            <a:srgbClr val="F26B43"/>
          </p15:clr>
        </p15:guide>
        <p15:guide id="44" orient="horz" pos="2195" userDrawn="1">
          <p15:clr>
            <a:srgbClr val="F26B43"/>
          </p15:clr>
        </p15:guide>
        <p15:guide id="45" orient="horz" pos="2447" userDrawn="1">
          <p15:clr>
            <a:srgbClr val="F26B43"/>
          </p15:clr>
        </p15:guide>
        <p15:guide id="46" orient="horz" pos="2519" userDrawn="1">
          <p15:clr>
            <a:srgbClr val="F26B43"/>
          </p15:clr>
        </p15:guide>
        <p15:guide id="47" orient="horz" pos="2771" userDrawn="1">
          <p15:clr>
            <a:srgbClr val="F26B43"/>
          </p15:clr>
        </p15:guide>
        <p15:guide id="48" orient="horz" pos="2843" userDrawn="1">
          <p15:clr>
            <a:srgbClr val="F26B43"/>
          </p15:clr>
        </p15:guide>
        <p15:guide id="49" orient="horz" pos="3095" userDrawn="1">
          <p15:clr>
            <a:srgbClr val="F26B43"/>
          </p15:clr>
        </p15:guide>
        <p15:guide id="50" orient="horz" pos="3167" userDrawn="1">
          <p15:clr>
            <a:srgbClr val="F26B43"/>
          </p15:clr>
        </p15:guide>
        <p15:guide id="51" orient="horz" pos="3417" userDrawn="1">
          <p15:clr>
            <a:srgbClr val="F26B43"/>
          </p15:clr>
        </p15:guide>
        <p15:guide id="52" orient="horz" pos="3489" userDrawn="1">
          <p15:clr>
            <a:srgbClr val="F26B43"/>
          </p15:clr>
        </p15:guide>
        <p15:guide id="53" orient="horz" pos="3741" userDrawn="1">
          <p15:clr>
            <a:srgbClr val="F26B43"/>
          </p15:clr>
        </p15:guide>
        <p15:guide id="54" orient="horz" pos="3813" userDrawn="1">
          <p15:clr>
            <a:srgbClr val="F26B43"/>
          </p15:clr>
        </p15:guide>
        <p15:guide id="55" orient="horz" pos="1548" userDrawn="1">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94A4F-D3DB-0774-9A49-3731CB00A89B}"/>
              </a:ext>
            </a:extLst>
          </p:cNvPr>
          <p:cNvSpPr>
            <a:spLocks noGrp="1"/>
          </p:cNvSpPr>
          <p:nvPr>
            <p:ph type="title"/>
          </p:nvPr>
        </p:nvSpPr>
        <p:spPr>
          <a:xfrm>
            <a:off x="397667" y="402336"/>
            <a:ext cx="5645946" cy="1295399"/>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C66E56D0-2D08-E67F-5DF1-B3B408351D90}"/>
              </a:ext>
            </a:extLst>
          </p:cNvPr>
          <p:cNvSpPr>
            <a:spLocks noGrp="1"/>
          </p:cNvSpPr>
          <p:nvPr>
            <p:ph type="body" idx="1"/>
          </p:nvPr>
        </p:nvSpPr>
        <p:spPr>
          <a:xfrm>
            <a:off x="397668" y="1953895"/>
            <a:ext cx="6606382" cy="398494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596148DB-FA68-371C-8BF4-E293FC9AFA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5" name="TextBox 74">
            <a:extLst>
              <a:ext uri="{FF2B5EF4-FFF2-40B4-BE49-F238E27FC236}">
                <a16:creationId xmlns:a16="http://schemas.microsoft.com/office/drawing/2014/main" id="{C49942D6-F832-B4B1-76C2-4932E26F77DC}"/>
              </a:ext>
            </a:extLst>
          </p:cNvPr>
          <p:cNvSpPr txBox="1"/>
          <p:nvPr userDrawn="1"/>
        </p:nvSpPr>
        <p:spPr>
          <a:xfrm>
            <a:off x="394728"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9" name="Slide Number Placeholder 13">
            <a:extLst>
              <a:ext uri="{FF2B5EF4-FFF2-40B4-BE49-F238E27FC236}">
                <a16:creationId xmlns:a16="http://schemas.microsoft.com/office/drawing/2014/main" id="{E24FE0F2-07AD-8A4E-A9FB-C7018A821F6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2" name="Date Placeholder 71">
            <a:extLst>
              <a:ext uri="{FF2B5EF4-FFF2-40B4-BE49-F238E27FC236}">
                <a16:creationId xmlns:a16="http://schemas.microsoft.com/office/drawing/2014/main" id="{DAB00A56-EB9F-33C3-88B3-D8EB0A54BA49}"/>
              </a:ext>
            </a:extLst>
          </p:cNvPr>
          <p:cNvSpPr>
            <a:spLocks noGrp="1"/>
          </p:cNvSpPr>
          <p:nvPr>
            <p:ph type="dt" sz="half" idx="2"/>
          </p:nvPr>
        </p:nvSpPr>
        <p:spPr>
          <a:xfrm>
            <a:off x="5265850" y="7056786"/>
            <a:ext cx="2743200" cy="161583"/>
          </a:xfrm>
          <a:prstGeom prst="rect">
            <a:avLst/>
          </a:prstGeom>
        </p:spPr>
        <p:txBody>
          <a:bodyPr vert="horz" lIns="0" tIns="0" rIns="0" bIns="0" rtlCol="0" anchor="ctr">
            <a:spAutoFit/>
          </a:bodyPr>
          <a:lstStyle>
            <a:lvl1pPr algn="l">
              <a:defRPr sz="1050">
                <a:solidFill>
                  <a:schemeClr val="tx1"/>
                </a:solidFill>
              </a:defRPr>
            </a:lvl1pPr>
          </a:lstStyle>
          <a:p>
            <a:endParaRPr lang="en-US"/>
          </a:p>
        </p:txBody>
      </p:sp>
    </p:spTree>
    <p:extLst>
      <p:ext uri="{BB962C8B-B14F-4D97-AF65-F5344CB8AC3E}">
        <p14:creationId xmlns:p14="http://schemas.microsoft.com/office/powerpoint/2010/main" val="1643058329"/>
      </p:ext>
    </p:extLst>
  </p:cSld>
  <p:clrMap bg1="lt1" tx1="dk1" bg2="lt2" tx2="dk2" accent1="accent1" accent2="accent2" accent3="accent3" accent4="accent4" accent5="accent5" accent6="accent6" hlink="hlink" folHlink="folHlink"/>
  <p:sldLayoutIdLst>
    <p:sldLayoutId id="2147483677" r:id="rId1"/>
  </p:sldLayoutIdLs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2" userDrawn="1">
          <p15:clr>
            <a:srgbClr val="F26B43"/>
          </p15:clr>
        </p15:guide>
        <p15:guide id="3" pos="252" userDrawn="1">
          <p15:clr>
            <a:srgbClr val="F26B43"/>
          </p15:clr>
        </p15:guide>
        <p15:guide id="4" pos="7434" userDrawn="1">
          <p15:clr>
            <a:srgbClr val="F26B43"/>
          </p15:clr>
        </p15:guide>
        <p15:guide id="11" orient="horz" pos="4065" userDrawn="1">
          <p15:clr>
            <a:srgbClr val="F26B43"/>
          </p15:clr>
        </p15:guide>
        <p15:guide id="12" pos="786" userDrawn="1">
          <p15:clr>
            <a:srgbClr val="F26B43"/>
          </p15:clr>
        </p15:guide>
        <p15:guide id="13" pos="858" userDrawn="1">
          <p15:clr>
            <a:srgbClr val="F26B43"/>
          </p15:clr>
        </p15:guide>
        <p15:guide id="14" pos="1391" userDrawn="1">
          <p15:clr>
            <a:srgbClr val="F26B43"/>
          </p15:clr>
        </p15:guide>
        <p15:guide id="15" pos="1461" userDrawn="1">
          <p15:clr>
            <a:srgbClr val="F26B43"/>
          </p15:clr>
        </p15:guide>
        <p15:guide id="16" pos="1994" userDrawn="1">
          <p15:clr>
            <a:srgbClr val="F26B43"/>
          </p15:clr>
        </p15:guide>
        <p15:guide id="17" pos="2067" userDrawn="1">
          <p15:clr>
            <a:srgbClr val="F26B43"/>
          </p15:clr>
        </p15:guide>
        <p15:guide id="18" pos="2600" userDrawn="1">
          <p15:clr>
            <a:srgbClr val="F26B43"/>
          </p15:clr>
        </p15:guide>
        <p15:guide id="19" pos="2670" userDrawn="1">
          <p15:clr>
            <a:srgbClr val="F26B43"/>
          </p15:clr>
        </p15:guide>
        <p15:guide id="20" pos="3204" userDrawn="1">
          <p15:clr>
            <a:srgbClr val="F26B43"/>
          </p15:clr>
        </p15:guide>
        <p15:guide id="21" pos="3275" userDrawn="1">
          <p15:clr>
            <a:srgbClr val="F26B43"/>
          </p15:clr>
        </p15:guide>
        <p15:guide id="22" pos="3807" userDrawn="1">
          <p15:clr>
            <a:srgbClr val="F26B43"/>
          </p15:clr>
        </p15:guide>
        <p15:guide id="23" pos="3879" userDrawn="1">
          <p15:clr>
            <a:srgbClr val="F26B43"/>
          </p15:clr>
        </p15:guide>
        <p15:guide id="24" pos="4412" userDrawn="1">
          <p15:clr>
            <a:srgbClr val="F26B43"/>
          </p15:clr>
        </p15:guide>
        <p15:guide id="25" pos="5016" userDrawn="1">
          <p15:clr>
            <a:srgbClr val="F26B43"/>
          </p15:clr>
        </p15:guide>
        <p15:guide id="26" pos="4484" userDrawn="1">
          <p15:clr>
            <a:srgbClr val="F26B43"/>
          </p15:clr>
        </p15:guide>
        <p15:guide id="27" pos="5088" userDrawn="1">
          <p15:clr>
            <a:srgbClr val="F26B43"/>
          </p15:clr>
        </p15:guide>
        <p15:guide id="28" pos="5621" userDrawn="1">
          <p15:clr>
            <a:srgbClr val="F26B43"/>
          </p15:clr>
        </p15:guide>
        <p15:guide id="29" pos="5693" userDrawn="1">
          <p15:clr>
            <a:srgbClr val="F26B43"/>
          </p15:clr>
        </p15:guide>
        <p15:guide id="30" pos="6224" userDrawn="1">
          <p15:clr>
            <a:srgbClr val="F26B43"/>
          </p15:clr>
        </p15:guide>
        <p15:guide id="31" pos="6297" userDrawn="1">
          <p15:clr>
            <a:srgbClr val="F26B43"/>
          </p15:clr>
        </p15:guide>
        <p15:guide id="32" pos="6828" userDrawn="1">
          <p15:clr>
            <a:srgbClr val="F26B43"/>
          </p15:clr>
        </p15:guide>
        <p15:guide id="33" pos="6900" userDrawn="1">
          <p15:clr>
            <a:srgbClr val="F26B43"/>
          </p15:clr>
        </p15:guide>
        <p15:guide id="34" orient="horz" pos="506" userDrawn="1">
          <p15:clr>
            <a:srgbClr val="F26B43"/>
          </p15:clr>
        </p15:guide>
        <p15:guide id="35" orient="horz" pos="578" userDrawn="1">
          <p15:clr>
            <a:srgbClr val="F26B43"/>
          </p15:clr>
        </p15:guide>
        <p15:guide id="36" orient="horz" pos="830" userDrawn="1">
          <p15:clr>
            <a:srgbClr val="F26B43"/>
          </p15:clr>
        </p15:guide>
        <p15:guide id="37" orient="horz" pos="900" userDrawn="1">
          <p15:clr>
            <a:srgbClr val="F26B43"/>
          </p15:clr>
        </p15:guide>
        <p15:guide id="38" orient="horz" pos="1152" userDrawn="1">
          <p15:clr>
            <a:srgbClr val="F26B43"/>
          </p15:clr>
        </p15:guide>
        <p15:guide id="39" orient="horz" pos="1226" userDrawn="1">
          <p15:clr>
            <a:srgbClr val="F26B43"/>
          </p15:clr>
        </p15:guide>
        <p15:guide id="40" orient="horz" pos="1476" userDrawn="1">
          <p15:clr>
            <a:srgbClr val="F26B43"/>
          </p15:clr>
        </p15:guide>
        <p15:guide id="41" orient="horz" pos="1800" userDrawn="1">
          <p15:clr>
            <a:srgbClr val="F26B43"/>
          </p15:clr>
        </p15:guide>
        <p15:guide id="42" orient="horz" pos="1872" userDrawn="1">
          <p15:clr>
            <a:srgbClr val="F26B43"/>
          </p15:clr>
        </p15:guide>
        <p15:guide id="43" orient="horz" pos="2123" userDrawn="1">
          <p15:clr>
            <a:srgbClr val="F26B43"/>
          </p15:clr>
        </p15:guide>
        <p15:guide id="44" orient="horz" pos="2195" userDrawn="1">
          <p15:clr>
            <a:srgbClr val="F26B43"/>
          </p15:clr>
        </p15:guide>
        <p15:guide id="45" orient="horz" pos="2447" userDrawn="1">
          <p15:clr>
            <a:srgbClr val="F26B43"/>
          </p15:clr>
        </p15:guide>
        <p15:guide id="46" orient="horz" pos="2519" userDrawn="1">
          <p15:clr>
            <a:srgbClr val="F26B43"/>
          </p15:clr>
        </p15:guide>
        <p15:guide id="47" orient="horz" pos="2771" userDrawn="1">
          <p15:clr>
            <a:srgbClr val="F26B43"/>
          </p15:clr>
        </p15:guide>
        <p15:guide id="48" orient="horz" pos="2843" userDrawn="1">
          <p15:clr>
            <a:srgbClr val="F26B43"/>
          </p15:clr>
        </p15:guide>
        <p15:guide id="49" orient="horz" pos="3095" userDrawn="1">
          <p15:clr>
            <a:srgbClr val="F26B43"/>
          </p15:clr>
        </p15:guide>
        <p15:guide id="50" orient="horz" pos="3167" userDrawn="1">
          <p15:clr>
            <a:srgbClr val="F26B43"/>
          </p15:clr>
        </p15:guide>
        <p15:guide id="51" orient="horz" pos="3417" userDrawn="1">
          <p15:clr>
            <a:srgbClr val="F26B43"/>
          </p15:clr>
        </p15:guide>
        <p15:guide id="52" orient="horz" pos="3489" userDrawn="1">
          <p15:clr>
            <a:srgbClr val="F26B43"/>
          </p15:clr>
        </p15:guide>
        <p15:guide id="53" orient="horz" pos="3741" userDrawn="1">
          <p15:clr>
            <a:srgbClr val="F26B43"/>
          </p15:clr>
        </p15:guide>
        <p15:guide id="54" orient="horz" pos="3813" userDrawn="1">
          <p15:clr>
            <a:srgbClr val="F26B43"/>
          </p15:clr>
        </p15:guide>
        <p15:guide id="55" orient="horz" pos="154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2.sv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3.jpeg"/><Relationship Id="rId5" Type="http://schemas.openxmlformats.org/officeDocument/2006/relationships/notesSlide" Target="../notesSlides/notesSlide1.xml"/><Relationship Id="rId4"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tags" Target="../tags/tag11.xml"/><Relationship Id="rId13" Type="http://schemas.openxmlformats.org/officeDocument/2006/relationships/slideLayout" Target="../slideLayouts/slideLayout13.xml"/><Relationship Id="rId3" Type="http://schemas.openxmlformats.org/officeDocument/2006/relationships/tags" Target="../tags/tag6.xml"/><Relationship Id="rId7" Type="http://schemas.openxmlformats.org/officeDocument/2006/relationships/tags" Target="../tags/tag10.xml"/><Relationship Id="rId12" Type="http://schemas.openxmlformats.org/officeDocument/2006/relationships/tags" Target="../tags/tag15.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tags" Target="../tags/tag14.xml"/><Relationship Id="rId5" Type="http://schemas.openxmlformats.org/officeDocument/2006/relationships/tags" Target="../tags/tag8.xml"/><Relationship Id="rId15" Type="http://schemas.openxmlformats.org/officeDocument/2006/relationships/image" Target="../media/image4.svg"/><Relationship Id="rId10" Type="http://schemas.openxmlformats.org/officeDocument/2006/relationships/tags" Target="../tags/tag13.xml"/><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8" Type="http://schemas.openxmlformats.org/officeDocument/2006/relationships/tags" Target="../tags/tag23.xml"/><Relationship Id="rId13" Type="http://schemas.openxmlformats.org/officeDocument/2006/relationships/notesSlide" Target="../notesSlides/notesSlide3.xml"/><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slideLayout" Target="../slideLayouts/slideLayout14.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tags" Target="../tags/tag26.xml"/><Relationship Id="rId5" Type="http://schemas.openxmlformats.org/officeDocument/2006/relationships/tags" Target="../tags/tag20.xml"/><Relationship Id="rId10" Type="http://schemas.openxmlformats.org/officeDocument/2006/relationships/tags" Target="../tags/tag25.xml"/><Relationship Id="rId4" Type="http://schemas.openxmlformats.org/officeDocument/2006/relationships/tags" Target="../tags/tag19.xml"/><Relationship Id="rId9" Type="http://schemas.openxmlformats.org/officeDocument/2006/relationships/tags" Target="../tags/tag24.xml"/></Relationships>
</file>

<file path=ppt/slides/_rels/slide4.xml.rels><?xml version="1.0" encoding="UTF-8" standalone="yes"?>
<Relationships xmlns="http://schemas.openxmlformats.org/package/2006/relationships"><Relationship Id="rId8" Type="http://schemas.openxmlformats.org/officeDocument/2006/relationships/tags" Target="../tags/tag34.xml"/><Relationship Id="rId3" Type="http://schemas.openxmlformats.org/officeDocument/2006/relationships/tags" Target="../tags/tag29.xml"/><Relationship Id="rId7" Type="http://schemas.openxmlformats.org/officeDocument/2006/relationships/tags" Target="../tags/tag33.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tags" Target="../tags/tag32.xml"/><Relationship Id="rId5" Type="http://schemas.openxmlformats.org/officeDocument/2006/relationships/tags" Target="../tags/tag31.xml"/><Relationship Id="rId10" Type="http://schemas.openxmlformats.org/officeDocument/2006/relationships/notesSlide" Target="../notesSlides/notesSlide4.xml"/><Relationship Id="rId4" Type="http://schemas.openxmlformats.org/officeDocument/2006/relationships/tags" Target="../tags/tag30.xml"/><Relationship Id="rId9"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8" Type="http://schemas.openxmlformats.org/officeDocument/2006/relationships/tags" Target="../tags/tag42.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notesSlide" Target="../notesSlides/notesSlide5.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slideLayout" Target="../slideLayouts/slideLayout16.xml"/><Relationship Id="rId5" Type="http://schemas.openxmlformats.org/officeDocument/2006/relationships/tags" Target="../tags/tag39.xml"/><Relationship Id="rId10" Type="http://schemas.openxmlformats.org/officeDocument/2006/relationships/tags" Target="../tags/tag44.xml"/><Relationship Id="rId4" Type="http://schemas.openxmlformats.org/officeDocument/2006/relationships/tags" Target="../tags/tag38.xml"/><Relationship Id="rId9" Type="http://schemas.openxmlformats.org/officeDocument/2006/relationships/tags" Target="../tags/tag43.xml"/></Relationships>
</file>

<file path=ppt/slides/_rels/slide6.xml.rels><?xml version="1.0" encoding="UTF-8" standalone="yes"?>
<Relationships xmlns="http://schemas.openxmlformats.org/package/2006/relationships"><Relationship Id="rId8" Type="http://schemas.openxmlformats.org/officeDocument/2006/relationships/tags" Target="../tags/tag52.xml"/><Relationship Id="rId3" Type="http://schemas.openxmlformats.org/officeDocument/2006/relationships/tags" Target="../tags/tag47.xml"/><Relationship Id="rId7" Type="http://schemas.openxmlformats.org/officeDocument/2006/relationships/tags" Target="../tags/tag51.xml"/><Relationship Id="rId12" Type="http://schemas.openxmlformats.org/officeDocument/2006/relationships/chart" Target="../charts/chart1.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tags" Target="../tags/tag50.xml"/><Relationship Id="rId11" Type="http://schemas.openxmlformats.org/officeDocument/2006/relationships/notesSlide" Target="../notesSlides/notesSlide6.xml"/><Relationship Id="rId5" Type="http://schemas.openxmlformats.org/officeDocument/2006/relationships/tags" Target="../tags/tag49.xml"/><Relationship Id="rId10" Type="http://schemas.openxmlformats.org/officeDocument/2006/relationships/slideLayout" Target="../slideLayouts/slideLayout17.xml"/><Relationship Id="rId4" Type="http://schemas.openxmlformats.org/officeDocument/2006/relationships/tags" Target="../tags/tag48.xml"/><Relationship Id="rId9" Type="http://schemas.openxmlformats.org/officeDocument/2006/relationships/tags" Target="../tags/tag53.xml"/></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tags" Target="../tags/tag56.xml"/><Relationship Id="rId7" Type="http://schemas.openxmlformats.org/officeDocument/2006/relationships/tags" Target="../tags/tag60.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image" Target="../media/image6.svg"/><Relationship Id="rId5" Type="http://schemas.openxmlformats.org/officeDocument/2006/relationships/tags" Target="../tags/tag58.xml"/><Relationship Id="rId10" Type="http://schemas.openxmlformats.org/officeDocument/2006/relationships/image" Target="../media/image5.svg"/><Relationship Id="rId4" Type="http://schemas.openxmlformats.org/officeDocument/2006/relationships/tags" Target="../tags/tag57.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8" Type="http://schemas.openxmlformats.org/officeDocument/2006/relationships/tags" Target="../tags/tag68.xml"/><Relationship Id="rId3" Type="http://schemas.openxmlformats.org/officeDocument/2006/relationships/tags" Target="../tags/tag63.xml"/><Relationship Id="rId7" Type="http://schemas.openxmlformats.org/officeDocument/2006/relationships/tags" Target="../tags/tag67.xml"/><Relationship Id="rId12" Type="http://schemas.openxmlformats.org/officeDocument/2006/relationships/image" Target="../media/image8.svg"/><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image" Target="../media/image7.svg"/><Relationship Id="rId5" Type="http://schemas.openxmlformats.org/officeDocument/2006/relationships/tags" Target="../tags/tag65.xml"/><Relationship Id="rId10" Type="http://schemas.openxmlformats.org/officeDocument/2006/relationships/notesSlide" Target="../notesSlides/notesSlide8.xml"/><Relationship Id="rId4" Type="http://schemas.openxmlformats.org/officeDocument/2006/relationships/tags" Target="../tags/tag64.xml"/><Relationship Id="rId9"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8" Type="http://schemas.openxmlformats.org/officeDocument/2006/relationships/tags" Target="../tags/tag76.xml"/><Relationship Id="rId3" Type="http://schemas.openxmlformats.org/officeDocument/2006/relationships/tags" Target="../tags/tag71.xml"/><Relationship Id="rId7" Type="http://schemas.openxmlformats.org/officeDocument/2006/relationships/tags" Target="../tags/tag75.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tags" Target="../tags/tag74.xml"/><Relationship Id="rId5" Type="http://schemas.openxmlformats.org/officeDocument/2006/relationships/tags" Target="../tags/tag73.xml"/><Relationship Id="rId10" Type="http://schemas.openxmlformats.org/officeDocument/2006/relationships/notesSlide" Target="../notesSlides/notesSlide9.xml"/><Relationship Id="rId4" Type="http://schemas.openxmlformats.org/officeDocument/2006/relationships/tags" Target="../tags/tag72.xml"/><Relationship Id="rId9"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1">
          <a:extLst>
            <a:ext uri="{FF2B5EF4-FFF2-40B4-BE49-F238E27FC236}">
              <a16:creationId xmlns:a16="http://schemas.microsoft.com/office/drawing/2014/main" id="{3C8D6FC6-5D87-4696-4671-06250B4C650E}"/>
            </a:ext>
          </a:extLst>
        </p:cNvPr>
        <p:cNvGrpSpPr/>
        <p:nvPr/>
      </p:nvGrpSpPr>
      <p:grpSpPr>
        <a:xfrm>
          <a:off x="0" y="0"/>
          <a:ext cx="0" cy="0"/>
          <a:chOff x="0" y="0"/>
          <a:chExt cx="0" cy="0"/>
        </a:xfrm>
      </p:grpSpPr>
      <p:pic>
        <p:nvPicPr>
          <p:cNvPr id="3" name="Picture Placeholder 12" descr="A person in a suit walking with a person in a suit&#10;&#10;AI-generated content may be incorrect.">
            <a:extLst>
              <a:ext uri="{FF2B5EF4-FFF2-40B4-BE49-F238E27FC236}">
                <a16:creationId xmlns:a16="http://schemas.microsoft.com/office/drawing/2014/main" id="{EB62C9B3-9856-973A-FEA2-F068E1158629}"/>
              </a:ext>
            </a:extLst>
          </p:cNvPr>
          <p:cNvPicPr>
            <a:picLocks noChangeAspect="1"/>
          </p:cNvPicPr>
          <p:nvPr/>
        </p:nvPicPr>
        <p:blipFill>
          <a:blip r:embed="rId6" cstate="print">
            <a:extLst>
              <a:ext uri="{28A0092B-C50C-407E-A947-70E740481C1C}">
                <a14:useLocalDpi xmlns:a14="http://schemas.microsoft.com/office/drawing/2010/main"/>
              </a:ext>
            </a:extLst>
          </a:blip>
          <a:srcRect l="38" r="38"/>
          <a:stretch>
            <a:fillRect/>
          </a:stretch>
        </p:blipFill>
        <p:spPr>
          <a:xfrm>
            <a:off x="0" y="0"/>
            <a:ext cx="12192000" cy="6858000"/>
          </a:xfrm>
          <a:prstGeom prst="rect">
            <a:avLst/>
          </a:prstGeom>
        </p:spPr>
      </p:pic>
      <p:pic>
        <p:nvPicPr>
          <p:cNvPr id="4" name="Graphic 3" descr="pwc logo">
            <a:extLst>
              <a:ext uri="{FF2B5EF4-FFF2-40B4-BE49-F238E27FC236}">
                <a16:creationId xmlns:a16="http://schemas.microsoft.com/office/drawing/2014/main" id="{02DFC3B2-FF7E-628F-6EAA-7FB80275AE4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3391" y="383381"/>
            <a:ext cx="1064007" cy="517902"/>
          </a:xfrm>
          <a:prstGeom prst="rect">
            <a:avLst/>
          </a:prstGeom>
        </p:spPr>
      </p:pic>
      <p:sp>
        <p:nvSpPr>
          <p:cNvPr id="7" name="Google Shape;389;p60">
            <a:extLst>
              <a:ext uri="{FF2B5EF4-FFF2-40B4-BE49-F238E27FC236}">
                <a16:creationId xmlns:a16="http://schemas.microsoft.com/office/drawing/2014/main" id="{2B0456C9-F961-54DD-42D3-642BCD978301}"/>
              </a:ext>
            </a:extLst>
          </p:cNvPr>
          <p:cNvSpPr txBox="1">
            <a:spLocks noGrp="1"/>
          </p:cNvSpPr>
          <p:nvPr>
            <p:ph type="ctrTitle"/>
            <p:custDataLst>
              <p:tags r:id="rId2"/>
            </p:custDataLst>
          </p:nvPr>
        </p:nvSpPr>
        <p:spPr>
          <a:xfrm>
            <a:off x="401903" y="1198444"/>
            <a:ext cx="5664555" cy="1828800"/>
          </a:xfrm>
          <a:prstGeom prst="rect">
            <a:avLst/>
          </a:prstGeom>
          <a:noFill/>
          <a:ln>
            <a:noFill/>
          </a:ln>
        </p:spPr>
        <p:txBody>
          <a:bodyPr spcFirstLastPara="1" wrap="square" lIns="0" tIns="0" rIns="0" bIns="0" anchor="t" anchorCtr="0">
            <a:normAutofit fontScale="9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80000"/>
              </a:lnSpc>
              <a:spcBef>
                <a:spcPts val="1400"/>
              </a:spcBef>
            </a:pPr>
            <a:r>
              <a:rPr lang="en-US" sz="4800" dirty="0" err="1">
                <a:solidFill>
                  <a:schemeClr val="tx1"/>
                </a:solidFill>
                <a:latin typeface="+mj-lt"/>
                <a:ea typeface="+mj-ea"/>
                <a:cs typeface="+mj-cs"/>
                <a:sym typeface="Georgia"/>
              </a:rPr>
              <a:t>ShopEase</a:t>
            </a:r>
            <a:r>
              <a:rPr lang="en-US" sz="4800" dirty="0">
                <a:solidFill>
                  <a:schemeClr val="tx1"/>
                </a:solidFill>
                <a:latin typeface="+mj-lt"/>
                <a:ea typeface="+mj-ea"/>
                <a:cs typeface="+mj-cs"/>
                <a:sym typeface="Georgia"/>
              </a:rPr>
              <a:t>: Agentic AI-Powered Customer Support System</a:t>
            </a:r>
          </a:p>
        </p:txBody>
      </p:sp>
      <p:sp>
        <p:nvSpPr>
          <p:cNvPr id="9" name="Google Shape;601;p109">
            <a:extLst>
              <a:ext uri="{FF2B5EF4-FFF2-40B4-BE49-F238E27FC236}">
                <a16:creationId xmlns:a16="http://schemas.microsoft.com/office/drawing/2014/main" id="{DB8FE924-0398-7D6E-35D6-93B9D42DDD57}"/>
              </a:ext>
            </a:extLst>
          </p:cNvPr>
          <p:cNvSpPr txBox="1">
            <a:spLocks noGrp="1"/>
          </p:cNvSpPr>
          <p:nvPr>
            <p:ph type="subTitle" idx="1"/>
            <p:custDataLst>
              <p:tags r:id="rId3"/>
            </p:custDataLst>
          </p:nvPr>
        </p:nvSpPr>
        <p:spPr>
          <a:prstGeom prst="rect">
            <a:avLst/>
          </a:prstGeom>
          <a:noFill/>
          <a:ln>
            <a:noFill/>
          </a:ln>
        </p:spPr>
        <p:txBody>
          <a:bodyPr spcFirstLastPara="1" wrap="square" lIns="0" tIns="0" rIns="0" bIns="0" anchor="t" anchorCtr="0">
            <a:noAutofit/>
          </a:bodyPr>
          <a:lstStyle/>
          <a:p>
            <a:pPr>
              <a:spcBef>
                <a:spcPts val="100"/>
              </a:spcBef>
              <a:buClr>
                <a:srgbClr val="000000"/>
              </a:buClr>
            </a:pPr>
            <a:r>
              <a:rPr lang="en" sz="1400">
                <a:solidFill>
                  <a:schemeClr val="bg1"/>
                </a:solidFill>
                <a:sym typeface="Arial"/>
              </a:rPr>
              <a:t>May 27, 2026</a:t>
            </a:r>
            <a:endParaRPr sz="1400">
              <a:solidFill>
                <a:schemeClr val="bg1"/>
              </a:solidFill>
              <a:sym typeface="Arial"/>
            </a:endParaRPr>
          </a:p>
        </p:txBody>
      </p:sp>
    </p:spTree>
    <p:custDataLst>
      <p:tags r:id="rId1"/>
    </p:custDataLst>
    <p:extLst>
      <p:ext uri="{BB962C8B-B14F-4D97-AF65-F5344CB8AC3E}">
        <p14:creationId xmlns:p14="http://schemas.microsoft.com/office/powerpoint/2010/main" val="4061790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22">
          <a:extLst>
            <a:ext uri="{FF2B5EF4-FFF2-40B4-BE49-F238E27FC236}">
              <a16:creationId xmlns:a16="http://schemas.microsoft.com/office/drawing/2014/main" id="{4D2AF754-22B4-A607-FCB3-FF3A2E29F06F}"/>
            </a:ext>
          </a:extLst>
        </p:cNvPr>
        <p:cNvGrpSpPr/>
        <p:nvPr/>
      </p:nvGrpSpPr>
      <p:grpSpPr>
        <a:xfrm>
          <a:off x="0" y="0"/>
          <a:ext cx="0" cy="0"/>
          <a:chOff x="0" y="0"/>
          <a:chExt cx="0" cy="0"/>
        </a:xfrm>
      </p:grpSpPr>
      <p:sp>
        <p:nvSpPr>
          <p:cNvPr id="26" name="Title 1">
            <a:extLst>
              <a:ext uri="{FF2B5EF4-FFF2-40B4-BE49-F238E27FC236}">
                <a16:creationId xmlns:a16="http://schemas.microsoft.com/office/drawing/2014/main" id="{F22BFE53-5B89-2DE9-383E-971EADC80233}"/>
              </a:ext>
            </a:extLst>
          </p:cNvPr>
          <p:cNvSpPr>
            <a:spLocks noGrp="1"/>
          </p:cNvSpPr>
          <p:nvPr>
            <p:ph type="title"/>
            <p:custDataLst>
              <p:tags r:id="rId2"/>
            </p:custDataLst>
          </p:nvPr>
        </p:nvSpPr>
        <p:spPr/>
        <p:txBody>
          <a:bodyPr/>
          <a:lstStyle/>
          <a:p>
            <a:r>
              <a:rPr lang="en-US"/>
              <a:t>A Production-Pattern Multi-Agent System for Customer Support</a:t>
            </a:r>
          </a:p>
        </p:txBody>
      </p:sp>
      <p:sp>
        <p:nvSpPr>
          <p:cNvPr id="13" name="TextBox 12">
            <a:extLst>
              <a:ext uri="{FF2B5EF4-FFF2-40B4-BE49-F238E27FC236}">
                <a16:creationId xmlns:a16="http://schemas.microsoft.com/office/drawing/2014/main" id="{F778D13B-67EA-3FCF-102D-AE71D59F8B69}"/>
              </a:ext>
            </a:extLst>
          </p:cNvPr>
          <p:cNvSpPr txBox="1"/>
          <p:nvPr/>
        </p:nvSpPr>
        <p:spPr>
          <a:xfrm>
            <a:off x="7315200" y="6570921"/>
            <a:ext cx="0" cy="0"/>
          </a:xfrm>
          <a:prstGeom prst="rect">
            <a:avLst/>
          </a:prstGeom>
          <a:noFill/>
        </p:spPr>
        <p:txBody>
          <a:bodyPr wrap="none" lIns="0" tIns="0" rIns="0" bIns="0" rtlCol="0">
            <a:noAutofit/>
          </a:bodyPr>
          <a:lstStyle/>
          <a:p>
            <a:pPr algn="l"/>
            <a:endParaRPr lang="en-US" sz="1600" err="1">
              <a:latin typeface="+mj-lt"/>
            </a:endParaRPr>
          </a:p>
        </p:txBody>
      </p:sp>
      <p:sp>
        <p:nvSpPr>
          <p:cNvPr id="2" name="Footer Placeholder 1">
            <a:extLst>
              <a:ext uri="{FF2B5EF4-FFF2-40B4-BE49-F238E27FC236}">
                <a16:creationId xmlns:a16="http://schemas.microsoft.com/office/drawing/2014/main" id="{784B2506-B220-60A1-2632-5C4B2E48810C}"/>
              </a:ext>
            </a:extLst>
          </p:cNvPr>
          <p:cNvSpPr txBox="1">
            <a:spLocks/>
          </p:cNvSpPr>
          <p:nvPr>
            <p:custDataLst>
              <p:tags r:id="rId3"/>
            </p:custDataLst>
          </p:nvPr>
        </p:nvSpPr>
        <p:spPr>
          <a:xfrm>
            <a:off x="1066800" y="6481591"/>
            <a:ext cx="8814816" cy="171450"/>
          </a:xfrm>
          <a:prstGeom prst="rect">
            <a:avLst/>
          </a:prstGeom>
        </p:spPr>
        <p:txBody>
          <a:bodyPr vert="horz" wrap="square" lIns="0" tIns="0" rIns="0" bIns="0" rtlCol="0" anchor="b" anchorCtr="0">
            <a:spAutoFit/>
          </a:bodyPr>
          <a:lstStyle>
            <a:defPPr>
              <a:defRPr lang="en-US"/>
            </a:defPPr>
            <a:lvl1pPr>
              <a:defRPr sz="1050" b="0">
                <a:solidFill>
                  <a:sysClr val="windowText" lastClr="000000"/>
                </a:solidFil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Solution</a:t>
            </a:r>
          </a:p>
        </p:txBody>
      </p:sp>
      <p:sp>
        <p:nvSpPr>
          <p:cNvPr id="4" name="Google Shape;1318;p225">
            <a:extLst>
              <a:ext uri="{FF2B5EF4-FFF2-40B4-BE49-F238E27FC236}">
                <a16:creationId xmlns:a16="http://schemas.microsoft.com/office/drawing/2014/main" id="{0A407C44-DC2F-1C37-668E-2DB1435EFA31}"/>
              </a:ext>
            </a:extLst>
          </p:cNvPr>
          <p:cNvSpPr/>
          <p:nvPr>
            <p:custDataLst>
              <p:tags r:id="rId4"/>
            </p:custDataLst>
          </p:nvPr>
        </p:nvSpPr>
        <p:spPr>
          <a:xfrm>
            <a:off x="397667" y="1290694"/>
            <a:ext cx="11404359" cy="630936"/>
          </a:xfrm>
          <a:prstGeom prst="rect">
            <a:avLst/>
          </a:prstGeom>
          <a:noFill/>
          <a:ln>
            <a:noFill/>
          </a:ln>
        </p:spPr>
        <p:txBody>
          <a:bodyPr spcFirstLastPara="1" wrap="square" lIns="0" tIns="0" rIns="0" bIns="0" anchor="t" anchorCtr="0">
            <a:normAutofit/>
          </a:bodyPr>
          <a:lstStyle/>
          <a:p>
            <a:pPr>
              <a:lnSpc>
                <a:spcPct val="115000"/>
              </a:lnSpc>
            </a:pPr>
            <a:r>
              <a:rPr lang="en-US" sz="1200"/>
              <a:t>ShopEase delivers a scalable, reliable customer support solution by orchestrating seven specialized AI agents to work collaboratively. This system mitigates common AI pitfalls like hallucination and slow responses, backed by live demonstrations and robust validation, resulting in a sub-3 second latency and flawless operational performance in a cloud environment.</a:t>
            </a:r>
          </a:p>
        </p:txBody>
      </p:sp>
      <p:sp>
        <p:nvSpPr>
          <p:cNvPr id="3" name="Google Shape;703;p114">
            <a:extLst>
              <a:ext uri="{FF2B5EF4-FFF2-40B4-BE49-F238E27FC236}">
                <a16:creationId xmlns:a16="http://schemas.microsoft.com/office/drawing/2014/main" id="{026F81E0-E504-411D-E330-A5F638B019BD}"/>
              </a:ext>
            </a:extLst>
          </p:cNvPr>
          <p:cNvSpPr txBox="1"/>
          <p:nvPr>
            <p:custDataLst>
              <p:tags r:id="rId5"/>
            </p:custDataLst>
          </p:nvPr>
        </p:nvSpPr>
        <p:spPr>
          <a:xfrm>
            <a:off x="397667" y="2596330"/>
            <a:ext cx="2615392" cy="3546377"/>
          </a:xfrm>
          <a:prstGeom prst="rect">
            <a:avLst/>
          </a:prstGeom>
          <a:solidFill>
            <a:schemeClr val="lt1"/>
          </a:solidFill>
          <a:ln>
            <a:noFill/>
          </a:ln>
        </p:spPr>
        <p:txBody>
          <a:bodyPr spcFirstLastPara="1" wrap="square" lIns="45720" tIns="45720" rIns="45720" bIns="45720" anchor="t" anchorCtr="0">
            <a:normAutofit/>
          </a:bodyPr>
          <a:lstStyle>
            <a:defPPr>
              <a:defRPr lang="en-US"/>
            </a:defPPr>
            <a:lvl1pPr marL="118872" indent="-118872">
              <a:spcAft>
                <a:spcPts val="600"/>
              </a:spcAft>
              <a:buFont typeface="Arial" panose="020B0604020202020204" pitchFamily="34" charset="0"/>
              <a:buChar char="•"/>
              <a:defRPr sz="1200">
                <a:latin typeface="Georgia" panose="02040502050405020303" pitchFamily="18" charset="0"/>
              </a:defRPr>
            </a:lvl1pPr>
          </a:lstStyle>
          <a:p>
            <a:r>
              <a:rPr lang="en-US"/>
              <a:t>Customer support is fragmented across multiple channels causing slow resolutions.</a:t>
            </a:r>
          </a:p>
          <a:p>
            <a:r>
              <a:rPr lang="en-US"/>
              <a:t>Large language models (LLMs) alone risk hallucinating incorrect policy information.</a:t>
            </a:r>
          </a:p>
          <a:p>
            <a:r>
              <a:rPr lang="en-US"/>
              <a:t>Lack of orchestration leads to inconsistent answers and poor customer experience.</a:t>
            </a:r>
          </a:p>
          <a:p>
            <a:r>
              <a:rPr lang="en-US"/>
              <a:t>Manual processes increase operational costs and reduce scalability.</a:t>
            </a:r>
          </a:p>
        </p:txBody>
      </p:sp>
      <p:sp>
        <p:nvSpPr>
          <p:cNvPr id="5" name="Google Shape;10526;p9415">
            <a:extLst>
              <a:ext uri="{FF2B5EF4-FFF2-40B4-BE49-F238E27FC236}">
                <a16:creationId xmlns:a16="http://schemas.microsoft.com/office/drawing/2014/main" id="{B1F27F70-1C8B-8179-82B9-B8EF38EB11C6}"/>
              </a:ext>
            </a:extLst>
          </p:cNvPr>
          <p:cNvSpPr/>
          <p:nvPr/>
        </p:nvSpPr>
        <p:spPr>
          <a:xfrm>
            <a:off x="931470" y="1990941"/>
            <a:ext cx="162765" cy="154821"/>
          </a:xfrm>
          <a:prstGeom prst="rtTriangle">
            <a:avLst/>
          </a:prstGeom>
          <a:solidFill>
            <a:schemeClr val="accent5"/>
          </a:solidFill>
          <a:ln>
            <a:noFill/>
          </a:ln>
        </p:spPr>
        <p:txBody>
          <a:bodyPr spcFirstLastPara="1" wrap="square" lIns="91410" tIns="91410" rIns="91410" bIns="91410" anchor="ctr" anchorCtr="0">
            <a:noAutofit/>
          </a:bodyPr>
          <a:lstStyle/>
          <a:p>
            <a:pPr>
              <a:buSzPts val="1100"/>
            </a:pPr>
            <a:endParaRPr sz="1466"/>
          </a:p>
        </p:txBody>
      </p:sp>
      <p:sp>
        <p:nvSpPr>
          <p:cNvPr id="6" name="Google Shape;10527;p9415">
            <a:extLst>
              <a:ext uri="{FF2B5EF4-FFF2-40B4-BE49-F238E27FC236}">
                <a16:creationId xmlns:a16="http://schemas.microsoft.com/office/drawing/2014/main" id="{8D5E5BF1-AB09-F74F-C3E4-188C878F7433}"/>
              </a:ext>
            </a:extLst>
          </p:cNvPr>
          <p:cNvSpPr txBox="1"/>
          <p:nvPr>
            <p:custDataLst>
              <p:tags r:id="rId6"/>
            </p:custDataLst>
          </p:nvPr>
        </p:nvSpPr>
        <p:spPr>
          <a:xfrm>
            <a:off x="897922" y="2138957"/>
            <a:ext cx="2115137" cy="394297"/>
          </a:xfrm>
          <a:prstGeom prst="rect">
            <a:avLst/>
          </a:prstGeom>
          <a:solidFill>
            <a:schemeClr val="accent1"/>
          </a:solidFill>
          <a:ln>
            <a:noFill/>
          </a:ln>
        </p:spPr>
        <p:txBody>
          <a:bodyPr spcFirstLastPara="1" wrap="square" lIns="121868" tIns="60917" rIns="60917" bIns="60917" anchor="ctr" anchorCtr="0">
            <a:normAutofit/>
          </a:bodyPr>
          <a:lstStyle>
            <a:defPPr>
              <a:defRPr lang="en-US"/>
            </a:defPPr>
            <a:lvl1pPr>
              <a:buSzPts val="1100"/>
              <a:defRPr sz="1200" b="1">
                <a:solidFill>
                  <a:srgbClr val="FFFFFF"/>
                </a:solidFill>
              </a:defRPr>
            </a:lvl1pPr>
          </a:lstStyle>
          <a:p>
            <a:r>
              <a:rPr lang="en-US" dirty="0"/>
              <a:t>THE PROBLEM</a:t>
            </a:r>
          </a:p>
        </p:txBody>
      </p:sp>
      <p:sp>
        <p:nvSpPr>
          <p:cNvPr id="7" name="Google Shape;10528;p9415">
            <a:extLst>
              <a:ext uri="{FF2B5EF4-FFF2-40B4-BE49-F238E27FC236}">
                <a16:creationId xmlns:a16="http://schemas.microsoft.com/office/drawing/2014/main" id="{B90C97A6-1BBA-101E-A355-CB6A516B7218}"/>
              </a:ext>
            </a:extLst>
          </p:cNvPr>
          <p:cNvSpPr/>
          <p:nvPr/>
        </p:nvSpPr>
        <p:spPr>
          <a:xfrm>
            <a:off x="397667" y="1983831"/>
            <a:ext cx="535860" cy="548657"/>
          </a:xfrm>
          <a:prstGeom prst="rect">
            <a:avLst/>
          </a:prstGeom>
          <a:solidFill>
            <a:schemeClr val="accent6"/>
          </a:solidFill>
          <a:ln>
            <a:noFill/>
          </a:ln>
        </p:spPr>
        <p:txBody>
          <a:bodyPr spcFirstLastPara="1" wrap="square" lIns="91410" tIns="91410" rIns="91410" bIns="91410" anchor="ctr" anchorCtr="0">
            <a:noAutofit/>
          </a:bodyPr>
          <a:lstStyle/>
          <a:p>
            <a:pPr>
              <a:buSzPts val="1100"/>
            </a:pPr>
            <a:endParaRPr sz="1466"/>
          </a:p>
        </p:txBody>
      </p:sp>
      <p:sp>
        <p:nvSpPr>
          <p:cNvPr id="8" name="Google Shape;1887;g2816ac69889_5_0">
            <a:extLst>
              <a:ext uri="{FF2B5EF4-FFF2-40B4-BE49-F238E27FC236}">
                <a16:creationId xmlns:a16="http://schemas.microsoft.com/office/drawing/2014/main" id="{FA9801D7-A695-2DBF-6848-71F97A73805E}"/>
              </a:ext>
            </a:extLst>
          </p:cNvPr>
          <p:cNvSpPr/>
          <p:nvPr/>
        </p:nvSpPr>
        <p:spPr>
          <a:xfrm>
            <a:off x="452025" y="2044799"/>
            <a:ext cx="426721" cy="426721"/>
          </a:xfrm>
          <a:custGeom>
            <a:avLst/>
            <a:gdLst/>
            <a:ahLst/>
            <a:cxnLst/>
            <a:rect l="l" t="t" r="r" b="b"/>
            <a:pathLst>
              <a:path w="155" h="155" extrusionOk="0">
                <a:moveTo>
                  <a:pt x="0" y="0"/>
                </a:moveTo>
                <a:lnTo>
                  <a:pt x="0" y="107"/>
                </a:lnTo>
                <a:lnTo>
                  <a:pt x="77" y="155"/>
                </a:lnTo>
                <a:lnTo>
                  <a:pt x="155" y="107"/>
                </a:lnTo>
                <a:lnTo>
                  <a:pt x="155" y="0"/>
                </a:lnTo>
                <a:lnTo>
                  <a:pt x="0" y="0"/>
                </a:lnTo>
                <a:close/>
                <a:moveTo>
                  <a:pt x="148" y="103"/>
                </a:moveTo>
                <a:lnTo>
                  <a:pt x="77" y="148"/>
                </a:lnTo>
                <a:lnTo>
                  <a:pt x="7" y="103"/>
                </a:lnTo>
                <a:lnTo>
                  <a:pt x="7" y="8"/>
                </a:lnTo>
                <a:lnTo>
                  <a:pt x="148" y="8"/>
                </a:lnTo>
                <a:lnTo>
                  <a:pt x="148" y="103"/>
                </a:lnTo>
                <a:close/>
                <a:moveTo>
                  <a:pt x="128" y="93"/>
                </a:moveTo>
                <a:lnTo>
                  <a:pt x="128" y="23"/>
                </a:lnTo>
                <a:lnTo>
                  <a:pt x="25" y="23"/>
                </a:lnTo>
                <a:lnTo>
                  <a:pt x="25" y="93"/>
                </a:lnTo>
                <a:lnTo>
                  <a:pt x="77" y="124"/>
                </a:lnTo>
                <a:lnTo>
                  <a:pt x="128" y="93"/>
                </a:lnTo>
                <a:close/>
                <a:moveTo>
                  <a:pt x="32" y="89"/>
                </a:moveTo>
                <a:lnTo>
                  <a:pt x="32" y="30"/>
                </a:lnTo>
                <a:lnTo>
                  <a:pt x="122" y="30"/>
                </a:lnTo>
                <a:lnTo>
                  <a:pt x="122" y="89"/>
                </a:lnTo>
                <a:lnTo>
                  <a:pt x="77" y="116"/>
                </a:lnTo>
                <a:lnTo>
                  <a:pt x="32" y="89"/>
                </a:lnTo>
                <a:close/>
                <a:moveTo>
                  <a:pt x="98" y="47"/>
                </a:moveTo>
                <a:lnTo>
                  <a:pt x="103" y="51"/>
                </a:lnTo>
                <a:lnTo>
                  <a:pt x="73" y="84"/>
                </a:lnTo>
                <a:lnTo>
                  <a:pt x="56" y="68"/>
                </a:lnTo>
                <a:lnTo>
                  <a:pt x="60" y="63"/>
                </a:lnTo>
                <a:lnTo>
                  <a:pt x="73" y="75"/>
                </a:lnTo>
                <a:lnTo>
                  <a:pt x="98" y="47"/>
                </a:lnTo>
                <a:close/>
              </a:path>
            </a:pathLst>
          </a:custGeom>
          <a:solidFill>
            <a:schemeClr val="lt1"/>
          </a:solidFill>
          <a:ln>
            <a:noFill/>
          </a:ln>
        </p:spPr>
        <p:txBody>
          <a:bodyPr spcFirstLastPara="1" wrap="square" lIns="121900" tIns="60925" rIns="121900" bIns="609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933" b="1" i="0" u="none" strike="noStrike" kern="0" cap="none" spc="0" normalizeH="0" baseline="0" noProof="0">
              <a:ln>
                <a:noFill/>
              </a:ln>
              <a:solidFill>
                <a:srgbClr val="D04A02"/>
              </a:solidFill>
              <a:effectLst/>
              <a:uLnTx/>
              <a:uFillTx/>
              <a:latin typeface="Arial"/>
              <a:ea typeface="Arial"/>
              <a:cs typeface="Arial"/>
              <a:sym typeface="Arial"/>
            </a:endParaRPr>
          </a:p>
        </p:txBody>
      </p:sp>
      <p:sp>
        <p:nvSpPr>
          <p:cNvPr id="9" name="Google Shape;703;p114">
            <a:extLst>
              <a:ext uri="{FF2B5EF4-FFF2-40B4-BE49-F238E27FC236}">
                <a16:creationId xmlns:a16="http://schemas.microsoft.com/office/drawing/2014/main" id="{934F1F8E-2FD9-6F57-0DCB-7C90DC6C9453}"/>
              </a:ext>
            </a:extLst>
          </p:cNvPr>
          <p:cNvSpPr txBox="1"/>
          <p:nvPr>
            <p:custDataLst>
              <p:tags r:id="rId7"/>
            </p:custDataLst>
          </p:nvPr>
        </p:nvSpPr>
        <p:spPr>
          <a:xfrm>
            <a:off x="6232765" y="2596330"/>
            <a:ext cx="2615391" cy="3546377"/>
          </a:xfrm>
          <a:prstGeom prst="rect">
            <a:avLst/>
          </a:prstGeom>
          <a:solidFill>
            <a:schemeClr val="lt1"/>
          </a:solidFill>
          <a:ln>
            <a:noFill/>
          </a:ln>
        </p:spPr>
        <p:txBody>
          <a:bodyPr spcFirstLastPara="1" wrap="square" lIns="45720" tIns="45720" rIns="45720" bIns="45720" anchor="t" anchorCtr="0">
            <a:normAutofit/>
          </a:bodyPr>
          <a:lstStyle>
            <a:defPPr>
              <a:defRPr lang="en-US"/>
            </a:defPPr>
            <a:lvl1pPr marL="118872" indent="-118872">
              <a:spcAft>
                <a:spcPts val="600"/>
              </a:spcAft>
              <a:buFont typeface="Arial" panose="020B0604020202020204" pitchFamily="34" charset="0"/>
              <a:buChar char="•"/>
              <a:defRPr sz="1200">
                <a:latin typeface="Georgia" panose="02040502050405020303" pitchFamily="18" charset="0"/>
              </a:defRPr>
            </a:lvl1pPr>
          </a:lstStyle>
          <a:p>
            <a:r>
              <a:rPr lang="en-US"/>
              <a:t>Live demo integrates GPT-4o with RAG retrieval and HITL safety nets.</a:t>
            </a:r>
          </a:p>
          <a:p>
            <a:r>
              <a:rPr lang="en-US"/>
              <a:t>Full audit trail tracks every decision with confidence scores for traceability.</a:t>
            </a:r>
          </a:p>
          <a:p>
            <a:r>
              <a:rPr lang="en-US"/>
              <a:t>100% pass rate on 25+ automated grounding and risk evaluation tests.</a:t>
            </a:r>
          </a:p>
          <a:p>
            <a:r>
              <a:rPr lang="en-US"/>
              <a:t>Deployed on Streamlit Cloud with scalable, reliable performance.</a:t>
            </a:r>
          </a:p>
        </p:txBody>
      </p:sp>
      <p:sp>
        <p:nvSpPr>
          <p:cNvPr id="10" name="Google Shape;10526;p9415">
            <a:extLst>
              <a:ext uri="{FF2B5EF4-FFF2-40B4-BE49-F238E27FC236}">
                <a16:creationId xmlns:a16="http://schemas.microsoft.com/office/drawing/2014/main" id="{FFF96B79-074F-1E90-BD06-3713DE096868}"/>
              </a:ext>
            </a:extLst>
          </p:cNvPr>
          <p:cNvSpPr/>
          <p:nvPr/>
        </p:nvSpPr>
        <p:spPr>
          <a:xfrm>
            <a:off x="6768204" y="1990941"/>
            <a:ext cx="162765" cy="154821"/>
          </a:xfrm>
          <a:prstGeom prst="rtTriangle">
            <a:avLst/>
          </a:prstGeom>
          <a:solidFill>
            <a:schemeClr val="accent5"/>
          </a:solidFill>
          <a:ln>
            <a:noFill/>
          </a:ln>
        </p:spPr>
        <p:txBody>
          <a:bodyPr spcFirstLastPara="1" wrap="square" lIns="91410" tIns="91410" rIns="91410" bIns="91410" anchor="ctr" anchorCtr="0">
            <a:noAutofit/>
          </a:bodyPr>
          <a:lstStyle/>
          <a:p>
            <a:pPr>
              <a:buSzPts val="1100"/>
            </a:pPr>
            <a:endParaRPr sz="1466"/>
          </a:p>
        </p:txBody>
      </p:sp>
      <p:sp>
        <p:nvSpPr>
          <p:cNvPr id="11" name="Google Shape;10527;p9415">
            <a:extLst>
              <a:ext uri="{FF2B5EF4-FFF2-40B4-BE49-F238E27FC236}">
                <a16:creationId xmlns:a16="http://schemas.microsoft.com/office/drawing/2014/main" id="{74A9A346-95F2-6C7D-DA10-FFB686E444CC}"/>
              </a:ext>
            </a:extLst>
          </p:cNvPr>
          <p:cNvSpPr txBox="1"/>
          <p:nvPr>
            <p:custDataLst>
              <p:tags r:id="rId8"/>
            </p:custDataLst>
          </p:nvPr>
        </p:nvSpPr>
        <p:spPr>
          <a:xfrm>
            <a:off x="6733022" y="2138957"/>
            <a:ext cx="2115137" cy="394297"/>
          </a:xfrm>
          <a:prstGeom prst="rect">
            <a:avLst/>
          </a:prstGeom>
          <a:solidFill>
            <a:schemeClr val="accent3"/>
          </a:solidFill>
          <a:ln>
            <a:noFill/>
          </a:ln>
        </p:spPr>
        <p:txBody>
          <a:bodyPr spcFirstLastPara="1" wrap="square" lIns="121868" tIns="60917" rIns="60917" bIns="60917" anchor="ctr" anchorCtr="0">
            <a:normAutofit/>
          </a:bodyPr>
          <a:lstStyle>
            <a:defPPr>
              <a:defRPr lang="en-US"/>
            </a:defPPr>
            <a:lvl1pPr>
              <a:buSzPts val="1100"/>
              <a:defRPr sz="1200" b="1">
                <a:solidFill>
                  <a:srgbClr val="FFFFFF"/>
                </a:solidFill>
              </a:defRPr>
            </a:lvl1pPr>
          </a:lstStyle>
          <a:p>
            <a:r>
              <a:rPr lang="en-US"/>
              <a:t>THE PROOF</a:t>
            </a:r>
          </a:p>
        </p:txBody>
      </p:sp>
      <p:sp>
        <p:nvSpPr>
          <p:cNvPr id="12" name="Google Shape;10528;p9415">
            <a:extLst>
              <a:ext uri="{FF2B5EF4-FFF2-40B4-BE49-F238E27FC236}">
                <a16:creationId xmlns:a16="http://schemas.microsoft.com/office/drawing/2014/main" id="{8DDD2BAC-F0B2-E7D3-02C9-8455B80AA4C5}"/>
              </a:ext>
            </a:extLst>
          </p:cNvPr>
          <p:cNvSpPr/>
          <p:nvPr/>
        </p:nvSpPr>
        <p:spPr>
          <a:xfrm>
            <a:off x="6232767" y="1981078"/>
            <a:ext cx="535860" cy="548657"/>
          </a:xfrm>
          <a:prstGeom prst="rect">
            <a:avLst/>
          </a:prstGeom>
          <a:solidFill>
            <a:schemeClr val="accent6"/>
          </a:solidFill>
          <a:ln>
            <a:noFill/>
          </a:ln>
        </p:spPr>
        <p:txBody>
          <a:bodyPr spcFirstLastPara="1" wrap="square" lIns="91410" tIns="91410" rIns="91410" bIns="91410" anchor="ctr" anchorCtr="0">
            <a:noAutofit/>
          </a:bodyPr>
          <a:lstStyle/>
          <a:p>
            <a:pPr>
              <a:buSzPts val="1100"/>
            </a:pPr>
            <a:endParaRPr sz="1466"/>
          </a:p>
        </p:txBody>
      </p:sp>
      <p:sp>
        <p:nvSpPr>
          <p:cNvPr id="14" name="Google Shape;1880;g2816ac69889_5_0">
            <a:extLst>
              <a:ext uri="{FF2B5EF4-FFF2-40B4-BE49-F238E27FC236}">
                <a16:creationId xmlns:a16="http://schemas.microsoft.com/office/drawing/2014/main" id="{BF082D01-35A6-313A-65C8-73C98DC19541}"/>
              </a:ext>
            </a:extLst>
          </p:cNvPr>
          <p:cNvSpPr/>
          <p:nvPr/>
        </p:nvSpPr>
        <p:spPr>
          <a:xfrm>
            <a:off x="6287125" y="2042046"/>
            <a:ext cx="426721" cy="426721"/>
          </a:xfrm>
          <a:custGeom>
            <a:avLst/>
            <a:gdLst/>
            <a:ahLst/>
            <a:cxnLst/>
            <a:rect l="l" t="t" r="r" b="b"/>
            <a:pathLst>
              <a:path w="576" h="576" extrusionOk="0">
                <a:moveTo>
                  <a:pt x="0" y="0"/>
                </a:moveTo>
                <a:cubicBezTo>
                  <a:pt x="0" y="576"/>
                  <a:pt x="0" y="576"/>
                  <a:pt x="0" y="576"/>
                </a:cubicBezTo>
                <a:cubicBezTo>
                  <a:pt x="576" y="576"/>
                  <a:pt x="576" y="576"/>
                  <a:pt x="576" y="576"/>
                </a:cubicBezTo>
                <a:cubicBezTo>
                  <a:pt x="576" y="0"/>
                  <a:pt x="576" y="0"/>
                  <a:pt x="576" y="0"/>
                </a:cubicBezTo>
                <a:lnTo>
                  <a:pt x="0" y="0"/>
                </a:lnTo>
                <a:close/>
                <a:moveTo>
                  <a:pt x="553" y="552"/>
                </a:moveTo>
                <a:cubicBezTo>
                  <a:pt x="38" y="552"/>
                  <a:pt x="38" y="552"/>
                  <a:pt x="38" y="552"/>
                </a:cubicBezTo>
                <a:cubicBezTo>
                  <a:pt x="113" y="478"/>
                  <a:pt x="113" y="478"/>
                  <a:pt x="113" y="478"/>
                </a:cubicBezTo>
                <a:cubicBezTo>
                  <a:pt x="132" y="493"/>
                  <a:pt x="156" y="502"/>
                  <a:pt x="183" y="502"/>
                </a:cubicBezTo>
                <a:cubicBezTo>
                  <a:pt x="245" y="502"/>
                  <a:pt x="295" y="452"/>
                  <a:pt x="295" y="390"/>
                </a:cubicBezTo>
                <a:cubicBezTo>
                  <a:pt x="295" y="328"/>
                  <a:pt x="245" y="278"/>
                  <a:pt x="183" y="278"/>
                </a:cubicBezTo>
                <a:cubicBezTo>
                  <a:pt x="121" y="278"/>
                  <a:pt x="71" y="328"/>
                  <a:pt x="71" y="390"/>
                </a:cubicBezTo>
                <a:cubicBezTo>
                  <a:pt x="71" y="417"/>
                  <a:pt x="80" y="442"/>
                  <a:pt x="96" y="461"/>
                </a:cubicBezTo>
                <a:cubicBezTo>
                  <a:pt x="23" y="533"/>
                  <a:pt x="23" y="533"/>
                  <a:pt x="23" y="533"/>
                </a:cubicBezTo>
                <a:cubicBezTo>
                  <a:pt x="23" y="23"/>
                  <a:pt x="23" y="23"/>
                  <a:pt x="23" y="23"/>
                </a:cubicBezTo>
                <a:cubicBezTo>
                  <a:pt x="553" y="23"/>
                  <a:pt x="553" y="23"/>
                  <a:pt x="553" y="23"/>
                </a:cubicBezTo>
                <a:lnTo>
                  <a:pt x="553" y="552"/>
                </a:lnTo>
                <a:close/>
                <a:moveTo>
                  <a:pt x="95" y="390"/>
                </a:moveTo>
                <a:cubicBezTo>
                  <a:pt x="95" y="341"/>
                  <a:pt x="134" y="302"/>
                  <a:pt x="183" y="302"/>
                </a:cubicBezTo>
                <a:cubicBezTo>
                  <a:pt x="232" y="302"/>
                  <a:pt x="271" y="341"/>
                  <a:pt x="271" y="390"/>
                </a:cubicBezTo>
                <a:cubicBezTo>
                  <a:pt x="271" y="439"/>
                  <a:pt x="232" y="478"/>
                  <a:pt x="183" y="478"/>
                </a:cubicBezTo>
                <a:cubicBezTo>
                  <a:pt x="134" y="478"/>
                  <a:pt x="95" y="439"/>
                  <a:pt x="95" y="390"/>
                </a:cubicBezTo>
                <a:close/>
                <a:moveTo>
                  <a:pt x="182" y="178"/>
                </a:moveTo>
                <a:cubicBezTo>
                  <a:pt x="149" y="122"/>
                  <a:pt x="149" y="122"/>
                  <a:pt x="149" y="122"/>
                </a:cubicBezTo>
                <a:cubicBezTo>
                  <a:pt x="117" y="65"/>
                  <a:pt x="117" y="65"/>
                  <a:pt x="117" y="65"/>
                </a:cubicBezTo>
                <a:cubicBezTo>
                  <a:pt x="84" y="122"/>
                  <a:pt x="84" y="122"/>
                  <a:pt x="84" y="122"/>
                </a:cubicBezTo>
                <a:cubicBezTo>
                  <a:pt x="51" y="178"/>
                  <a:pt x="51" y="178"/>
                  <a:pt x="51" y="178"/>
                </a:cubicBezTo>
                <a:cubicBezTo>
                  <a:pt x="117" y="178"/>
                  <a:pt x="117" y="178"/>
                  <a:pt x="117" y="178"/>
                </a:cubicBezTo>
                <a:lnTo>
                  <a:pt x="182" y="178"/>
                </a:lnTo>
                <a:close/>
                <a:moveTo>
                  <a:pt x="105" y="134"/>
                </a:moveTo>
                <a:cubicBezTo>
                  <a:pt x="117" y="113"/>
                  <a:pt x="117" y="113"/>
                  <a:pt x="117" y="113"/>
                </a:cubicBezTo>
                <a:cubicBezTo>
                  <a:pt x="129" y="134"/>
                  <a:pt x="129" y="134"/>
                  <a:pt x="129" y="134"/>
                </a:cubicBezTo>
                <a:cubicBezTo>
                  <a:pt x="141" y="154"/>
                  <a:pt x="141" y="154"/>
                  <a:pt x="141" y="154"/>
                </a:cubicBezTo>
                <a:cubicBezTo>
                  <a:pt x="117" y="154"/>
                  <a:pt x="117" y="154"/>
                  <a:pt x="117" y="154"/>
                </a:cubicBezTo>
                <a:cubicBezTo>
                  <a:pt x="93" y="154"/>
                  <a:pt x="93" y="154"/>
                  <a:pt x="93" y="154"/>
                </a:cubicBezTo>
                <a:lnTo>
                  <a:pt x="105" y="134"/>
                </a:lnTo>
                <a:close/>
                <a:moveTo>
                  <a:pt x="354" y="245"/>
                </a:moveTo>
                <a:cubicBezTo>
                  <a:pt x="321" y="188"/>
                  <a:pt x="321" y="188"/>
                  <a:pt x="321" y="188"/>
                </a:cubicBezTo>
                <a:cubicBezTo>
                  <a:pt x="289" y="131"/>
                  <a:pt x="289" y="131"/>
                  <a:pt x="289" y="131"/>
                </a:cubicBezTo>
                <a:cubicBezTo>
                  <a:pt x="256" y="188"/>
                  <a:pt x="256" y="188"/>
                  <a:pt x="256" y="188"/>
                </a:cubicBezTo>
                <a:cubicBezTo>
                  <a:pt x="223" y="245"/>
                  <a:pt x="223" y="245"/>
                  <a:pt x="223" y="245"/>
                </a:cubicBezTo>
                <a:cubicBezTo>
                  <a:pt x="289" y="245"/>
                  <a:pt x="289" y="245"/>
                  <a:pt x="289" y="245"/>
                </a:cubicBezTo>
                <a:lnTo>
                  <a:pt x="354" y="245"/>
                </a:lnTo>
                <a:close/>
                <a:moveTo>
                  <a:pt x="277" y="200"/>
                </a:moveTo>
                <a:cubicBezTo>
                  <a:pt x="289" y="179"/>
                  <a:pt x="289" y="179"/>
                  <a:pt x="289" y="179"/>
                </a:cubicBezTo>
                <a:cubicBezTo>
                  <a:pt x="301" y="200"/>
                  <a:pt x="301" y="200"/>
                  <a:pt x="301" y="200"/>
                </a:cubicBezTo>
                <a:cubicBezTo>
                  <a:pt x="313" y="221"/>
                  <a:pt x="313" y="221"/>
                  <a:pt x="313" y="221"/>
                </a:cubicBezTo>
                <a:cubicBezTo>
                  <a:pt x="289" y="221"/>
                  <a:pt x="289" y="221"/>
                  <a:pt x="289" y="221"/>
                </a:cubicBezTo>
                <a:cubicBezTo>
                  <a:pt x="265" y="221"/>
                  <a:pt x="265" y="221"/>
                  <a:pt x="265" y="221"/>
                </a:cubicBezTo>
                <a:lnTo>
                  <a:pt x="277" y="200"/>
                </a:lnTo>
                <a:close/>
                <a:moveTo>
                  <a:pt x="513" y="178"/>
                </a:moveTo>
                <a:cubicBezTo>
                  <a:pt x="480" y="122"/>
                  <a:pt x="480" y="122"/>
                  <a:pt x="480" y="122"/>
                </a:cubicBezTo>
                <a:cubicBezTo>
                  <a:pt x="448" y="65"/>
                  <a:pt x="448" y="65"/>
                  <a:pt x="448" y="65"/>
                </a:cubicBezTo>
                <a:cubicBezTo>
                  <a:pt x="415" y="122"/>
                  <a:pt x="415" y="122"/>
                  <a:pt x="415" y="122"/>
                </a:cubicBezTo>
                <a:cubicBezTo>
                  <a:pt x="382" y="178"/>
                  <a:pt x="382" y="178"/>
                  <a:pt x="382" y="178"/>
                </a:cubicBezTo>
                <a:cubicBezTo>
                  <a:pt x="448" y="178"/>
                  <a:pt x="448" y="178"/>
                  <a:pt x="448" y="178"/>
                </a:cubicBezTo>
                <a:lnTo>
                  <a:pt x="513" y="178"/>
                </a:lnTo>
                <a:close/>
                <a:moveTo>
                  <a:pt x="436" y="134"/>
                </a:moveTo>
                <a:cubicBezTo>
                  <a:pt x="448" y="113"/>
                  <a:pt x="448" y="113"/>
                  <a:pt x="448" y="113"/>
                </a:cubicBezTo>
                <a:cubicBezTo>
                  <a:pt x="460" y="134"/>
                  <a:pt x="460" y="134"/>
                  <a:pt x="460" y="134"/>
                </a:cubicBezTo>
                <a:cubicBezTo>
                  <a:pt x="472" y="154"/>
                  <a:pt x="472" y="154"/>
                  <a:pt x="472" y="154"/>
                </a:cubicBezTo>
                <a:cubicBezTo>
                  <a:pt x="448" y="154"/>
                  <a:pt x="448" y="154"/>
                  <a:pt x="448" y="154"/>
                </a:cubicBezTo>
                <a:cubicBezTo>
                  <a:pt x="424" y="154"/>
                  <a:pt x="424" y="154"/>
                  <a:pt x="424" y="154"/>
                </a:cubicBezTo>
                <a:lnTo>
                  <a:pt x="436" y="134"/>
                </a:lnTo>
                <a:close/>
                <a:moveTo>
                  <a:pt x="388" y="516"/>
                </a:moveTo>
                <a:cubicBezTo>
                  <a:pt x="454" y="516"/>
                  <a:pt x="454" y="516"/>
                  <a:pt x="454" y="516"/>
                </a:cubicBezTo>
                <a:cubicBezTo>
                  <a:pt x="421" y="459"/>
                  <a:pt x="421" y="459"/>
                  <a:pt x="421" y="459"/>
                </a:cubicBezTo>
                <a:cubicBezTo>
                  <a:pt x="388" y="403"/>
                  <a:pt x="388" y="403"/>
                  <a:pt x="388" y="403"/>
                </a:cubicBezTo>
                <a:cubicBezTo>
                  <a:pt x="355" y="459"/>
                  <a:pt x="355" y="459"/>
                  <a:pt x="355" y="459"/>
                </a:cubicBezTo>
                <a:cubicBezTo>
                  <a:pt x="322" y="516"/>
                  <a:pt x="322" y="516"/>
                  <a:pt x="322" y="516"/>
                </a:cubicBezTo>
                <a:lnTo>
                  <a:pt x="388" y="516"/>
                </a:lnTo>
                <a:close/>
                <a:moveTo>
                  <a:pt x="376" y="471"/>
                </a:moveTo>
                <a:cubicBezTo>
                  <a:pt x="388" y="451"/>
                  <a:pt x="388" y="451"/>
                  <a:pt x="388" y="451"/>
                </a:cubicBezTo>
                <a:cubicBezTo>
                  <a:pt x="400" y="471"/>
                  <a:pt x="400" y="471"/>
                  <a:pt x="400" y="471"/>
                </a:cubicBezTo>
                <a:cubicBezTo>
                  <a:pt x="412" y="492"/>
                  <a:pt x="412" y="492"/>
                  <a:pt x="412" y="492"/>
                </a:cubicBezTo>
                <a:cubicBezTo>
                  <a:pt x="388" y="492"/>
                  <a:pt x="388" y="492"/>
                  <a:pt x="388" y="492"/>
                </a:cubicBezTo>
                <a:cubicBezTo>
                  <a:pt x="364" y="492"/>
                  <a:pt x="364" y="492"/>
                  <a:pt x="364" y="492"/>
                </a:cubicBezTo>
                <a:lnTo>
                  <a:pt x="376" y="471"/>
                </a:lnTo>
                <a:close/>
                <a:moveTo>
                  <a:pt x="507" y="351"/>
                </a:moveTo>
                <a:cubicBezTo>
                  <a:pt x="474" y="294"/>
                  <a:pt x="474" y="294"/>
                  <a:pt x="474" y="294"/>
                </a:cubicBezTo>
                <a:cubicBezTo>
                  <a:pt x="441" y="237"/>
                  <a:pt x="441" y="237"/>
                  <a:pt x="441" y="237"/>
                </a:cubicBezTo>
                <a:cubicBezTo>
                  <a:pt x="408" y="294"/>
                  <a:pt x="408" y="294"/>
                  <a:pt x="408" y="294"/>
                </a:cubicBezTo>
                <a:cubicBezTo>
                  <a:pt x="375" y="351"/>
                  <a:pt x="375" y="351"/>
                  <a:pt x="375" y="351"/>
                </a:cubicBezTo>
                <a:cubicBezTo>
                  <a:pt x="441" y="351"/>
                  <a:pt x="441" y="351"/>
                  <a:pt x="441" y="351"/>
                </a:cubicBezTo>
                <a:lnTo>
                  <a:pt x="507" y="351"/>
                </a:lnTo>
                <a:close/>
                <a:moveTo>
                  <a:pt x="429" y="306"/>
                </a:moveTo>
                <a:cubicBezTo>
                  <a:pt x="441" y="285"/>
                  <a:pt x="441" y="285"/>
                  <a:pt x="441" y="285"/>
                </a:cubicBezTo>
                <a:cubicBezTo>
                  <a:pt x="453" y="306"/>
                  <a:pt x="453" y="306"/>
                  <a:pt x="453" y="306"/>
                </a:cubicBezTo>
                <a:cubicBezTo>
                  <a:pt x="465" y="327"/>
                  <a:pt x="465" y="327"/>
                  <a:pt x="465" y="327"/>
                </a:cubicBezTo>
                <a:cubicBezTo>
                  <a:pt x="441" y="327"/>
                  <a:pt x="441" y="327"/>
                  <a:pt x="441" y="327"/>
                </a:cubicBezTo>
                <a:cubicBezTo>
                  <a:pt x="417" y="327"/>
                  <a:pt x="417" y="327"/>
                  <a:pt x="417" y="327"/>
                </a:cubicBezTo>
                <a:lnTo>
                  <a:pt x="429" y="306"/>
                </a:lnTo>
                <a:close/>
                <a:moveTo>
                  <a:pt x="232" y="440"/>
                </a:moveTo>
                <a:cubicBezTo>
                  <a:pt x="132" y="440"/>
                  <a:pt x="132" y="440"/>
                  <a:pt x="132" y="440"/>
                </a:cubicBezTo>
                <a:cubicBezTo>
                  <a:pt x="132" y="341"/>
                  <a:pt x="132" y="341"/>
                  <a:pt x="132" y="341"/>
                </a:cubicBezTo>
                <a:cubicBezTo>
                  <a:pt x="232" y="341"/>
                  <a:pt x="232" y="341"/>
                  <a:pt x="232" y="341"/>
                </a:cubicBezTo>
                <a:lnTo>
                  <a:pt x="232" y="440"/>
                </a:lnTo>
                <a:close/>
              </a:path>
            </a:pathLst>
          </a:custGeom>
          <a:solidFill>
            <a:schemeClr val="lt1"/>
          </a:solidFill>
          <a:ln>
            <a:noFill/>
          </a:ln>
        </p:spPr>
        <p:txBody>
          <a:bodyPr spcFirstLastPara="1" wrap="square" lIns="121900" tIns="60925" rIns="121900" bIns="609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5" name="Google Shape;703;p114">
            <a:extLst>
              <a:ext uri="{FF2B5EF4-FFF2-40B4-BE49-F238E27FC236}">
                <a16:creationId xmlns:a16="http://schemas.microsoft.com/office/drawing/2014/main" id="{83FF3B80-65A1-4EFC-0E64-7BAA8CCDC570}"/>
              </a:ext>
            </a:extLst>
          </p:cNvPr>
          <p:cNvSpPr txBox="1"/>
          <p:nvPr>
            <p:custDataLst>
              <p:tags r:id="rId9"/>
            </p:custDataLst>
          </p:nvPr>
        </p:nvSpPr>
        <p:spPr>
          <a:xfrm>
            <a:off x="3268286" y="2596330"/>
            <a:ext cx="2615392" cy="3546377"/>
          </a:xfrm>
          <a:prstGeom prst="rect">
            <a:avLst/>
          </a:prstGeom>
          <a:solidFill>
            <a:schemeClr val="lt1"/>
          </a:solidFill>
          <a:ln>
            <a:noFill/>
          </a:ln>
        </p:spPr>
        <p:txBody>
          <a:bodyPr spcFirstLastPara="1" wrap="square" lIns="45720" tIns="45720" rIns="45720" bIns="45720" anchor="t" anchorCtr="0">
            <a:normAutofit/>
          </a:bodyPr>
          <a:lstStyle>
            <a:defPPr>
              <a:defRPr lang="en-US"/>
            </a:defPPr>
            <a:lvl1pPr marL="118872" indent="-118872">
              <a:spcAft>
                <a:spcPts val="600"/>
              </a:spcAft>
              <a:buFont typeface="Arial" panose="020B0604020202020204" pitchFamily="34" charset="0"/>
              <a:buChar char="•"/>
              <a:defRPr sz="1200">
                <a:latin typeface="Georgia" panose="02040502050405020303" pitchFamily="18" charset="0"/>
              </a:defRPr>
            </a:lvl1pPr>
          </a:lstStyle>
          <a:p>
            <a:r>
              <a:rPr lang="en-US" dirty="0"/>
              <a:t>Seven specialized AI agents each dedicated to a domain (intent, order, policy, etc.).</a:t>
            </a:r>
          </a:p>
          <a:p>
            <a:r>
              <a:rPr lang="en-US" dirty="0" err="1"/>
              <a:t>LangGraph</a:t>
            </a:r>
            <a:r>
              <a:rPr lang="en-US" dirty="0"/>
              <a:t> orchestrates seamless communication and shared context among agents.</a:t>
            </a:r>
          </a:p>
          <a:p>
            <a:r>
              <a:rPr lang="en-US" dirty="0"/>
              <a:t>Retrieval-Augmented Generation (RAG) grounds responses in verified policy documents.</a:t>
            </a:r>
          </a:p>
          <a:p>
            <a:r>
              <a:rPr lang="en-US" dirty="0"/>
              <a:t>Human-in-the-loop (HITL) approval for high-risk actions ensures compliance.</a:t>
            </a:r>
          </a:p>
        </p:txBody>
      </p:sp>
      <p:sp>
        <p:nvSpPr>
          <p:cNvPr id="16" name="Google Shape;10526;p9415">
            <a:extLst>
              <a:ext uri="{FF2B5EF4-FFF2-40B4-BE49-F238E27FC236}">
                <a16:creationId xmlns:a16="http://schemas.microsoft.com/office/drawing/2014/main" id="{EF7CD375-DDD9-BDE8-DAAA-3594F5620900}"/>
              </a:ext>
            </a:extLst>
          </p:cNvPr>
          <p:cNvSpPr/>
          <p:nvPr/>
        </p:nvSpPr>
        <p:spPr>
          <a:xfrm>
            <a:off x="3807356" y="1990941"/>
            <a:ext cx="162765" cy="154821"/>
          </a:xfrm>
          <a:prstGeom prst="rtTriangle">
            <a:avLst/>
          </a:prstGeom>
          <a:solidFill>
            <a:schemeClr val="accent5"/>
          </a:solidFill>
          <a:ln>
            <a:noFill/>
          </a:ln>
        </p:spPr>
        <p:txBody>
          <a:bodyPr spcFirstLastPara="1" wrap="square" lIns="91410" tIns="91410" rIns="91410" bIns="91410" anchor="ctr" anchorCtr="0">
            <a:noAutofit/>
          </a:bodyPr>
          <a:lstStyle/>
          <a:p>
            <a:pPr>
              <a:buSzPts val="1100"/>
            </a:pPr>
            <a:endParaRPr sz="1466"/>
          </a:p>
        </p:txBody>
      </p:sp>
      <p:sp>
        <p:nvSpPr>
          <p:cNvPr id="17" name="Google Shape;10527;p9415">
            <a:extLst>
              <a:ext uri="{FF2B5EF4-FFF2-40B4-BE49-F238E27FC236}">
                <a16:creationId xmlns:a16="http://schemas.microsoft.com/office/drawing/2014/main" id="{FEF370F7-80F3-0DE2-E971-91B1DAE54C81}"/>
              </a:ext>
            </a:extLst>
          </p:cNvPr>
          <p:cNvSpPr txBox="1"/>
          <p:nvPr>
            <p:custDataLst>
              <p:tags r:id="rId10"/>
            </p:custDataLst>
          </p:nvPr>
        </p:nvSpPr>
        <p:spPr>
          <a:xfrm>
            <a:off x="3768542" y="2138957"/>
            <a:ext cx="2115137" cy="394297"/>
          </a:xfrm>
          <a:prstGeom prst="rect">
            <a:avLst/>
          </a:prstGeom>
          <a:solidFill>
            <a:schemeClr val="accent2"/>
          </a:solidFill>
          <a:ln>
            <a:noFill/>
          </a:ln>
        </p:spPr>
        <p:txBody>
          <a:bodyPr spcFirstLastPara="1" wrap="square" lIns="121868" tIns="60917" rIns="60917" bIns="60917" anchor="ctr" anchorCtr="0">
            <a:normAutofit/>
          </a:bodyPr>
          <a:lstStyle>
            <a:defPPr>
              <a:defRPr lang="en-US"/>
            </a:defPPr>
            <a:lvl1pPr>
              <a:buSzPts val="1100"/>
              <a:defRPr sz="1200" b="1">
                <a:solidFill>
                  <a:srgbClr val="FFFFFF"/>
                </a:solidFill>
              </a:defRPr>
            </a:lvl1pPr>
          </a:lstStyle>
          <a:p>
            <a:r>
              <a:rPr lang="en-US"/>
              <a:t>THE SOLUTION</a:t>
            </a:r>
          </a:p>
        </p:txBody>
      </p:sp>
      <p:sp>
        <p:nvSpPr>
          <p:cNvPr id="18" name="Google Shape;10528;p9415">
            <a:extLst>
              <a:ext uri="{FF2B5EF4-FFF2-40B4-BE49-F238E27FC236}">
                <a16:creationId xmlns:a16="http://schemas.microsoft.com/office/drawing/2014/main" id="{E8DC18CE-0A33-479F-CD32-29D7CC415D99}"/>
              </a:ext>
            </a:extLst>
          </p:cNvPr>
          <p:cNvSpPr/>
          <p:nvPr/>
        </p:nvSpPr>
        <p:spPr>
          <a:xfrm>
            <a:off x="3265195" y="1984779"/>
            <a:ext cx="535860" cy="548657"/>
          </a:xfrm>
          <a:prstGeom prst="rect">
            <a:avLst/>
          </a:prstGeom>
          <a:solidFill>
            <a:schemeClr val="accent6"/>
          </a:solidFill>
          <a:ln>
            <a:noFill/>
          </a:ln>
        </p:spPr>
        <p:txBody>
          <a:bodyPr spcFirstLastPara="1" wrap="square" lIns="91410" tIns="91410" rIns="91410" bIns="91410" anchor="ctr" anchorCtr="0">
            <a:noAutofit/>
          </a:bodyPr>
          <a:lstStyle/>
          <a:p>
            <a:pPr>
              <a:buSzPts val="1100"/>
            </a:pPr>
            <a:endParaRPr sz="1466"/>
          </a:p>
        </p:txBody>
      </p:sp>
      <p:sp>
        <p:nvSpPr>
          <p:cNvPr id="19" name="Google Shape;1892;g2816ac69889_5_0">
            <a:extLst>
              <a:ext uri="{FF2B5EF4-FFF2-40B4-BE49-F238E27FC236}">
                <a16:creationId xmlns:a16="http://schemas.microsoft.com/office/drawing/2014/main" id="{E7A23325-0608-41E5-7A64-1B77A6B4C2A2}"/>
              </a:ext>
            </a:extLst>
          </p:cNvPr>
          <p:cNvSpPr/>
          <p:nvPr/>
        </p:nvSpPr>
        <p:spPr>
          <a:xfrm>
            <a:off x="3319553" y="2045747"/>
            <a:ext cx="426721" cy="426721"/>
          </a:xfrm>
          <a:custGeom>
            <a:avLst/>
            <a:gdLst/>
            <a:ahLst/>
            <a:cxnLst/>
            <a:rect l="l" t="t" r="r" b="b"/>
            <a:pathLst>
              <a:path w="396" h="396" extrusionOk="0">
                <a:moveTo>
                  <a:pt x="0" y="0"/>
                </a:moveTo>
                <a:lnTo>
                  <a:pt x="0" y="396"/>
                </a:lnTo>
                <a:lnTo>
                  <a:pt x="396" y="396"/>
                </a:lnTo>
                <a:lnTo>
                  <a:pt x="396" y="0"/>
                </a:lnTo>
                <a:lnTo>
                  <a:pt x="0" y="0"/>
                </a:lnTo>
                <a:close/>
                <a:moveTo>
                  <a:pt x="105" y="16"/>
                </a:moveTo>
                <a:lnTo>
                  <a:pt x="105" y="169"/>
                </a:lnTo>
                <a:lnTo>
                  <a:pt x="16" y="169"/>
                </a:lnTo>
                <a:lnTo>
                  <a:pt x="16" y="16"/>
                </a:lnTo>
                <a:lnTo>
                  <a:pt x="105" y="16"/>
                </a:lnTo>
                <a:close/>
                <a:moveTo>
                  <a:pt x="16" y="296"/>
                </a:moveTo>
                <a:lnTo>
                  <a:pt x="29" y="296"/>
                </a:lnTo>
                <a:lnTo>
                  <a:pt x="29" y="278"/>
                </a:lnTo>
                <a:lnTo>
                  <a:pt x="16" y="278"/>
                </a:lnTo>
                <a:lnTo>
                  <a:pt x="16" y="186"/>
                </a:lnTo>
                <a:lnTo>
                  <a:pt x="121" y="186"/>
                </a:lnTo>
                <a:lnTo>
                  <a:pt x="121" y="16"/>
                </a:lnTo>
                <a:lnTo>
                  <a:pt x="379" y="16"/>
                </a:lnTo>
                <a:lnTo>
                  <a:pt x="379" y="210"/>
                </a:lnTo>
                <a:lnTo>
                  <a:pt x="279" y="210"/>
                </a:lnTo>
                <a:lnTo>
                  <a:pt x="279" y="379"/>
                </a:lnTo>
                <a:lnTo>
                  <a:pt x="16" y="379"/>
                </a:lnTo>
                <a:lnTo>
                  <a:pt x="16" y="296"/>
                </a:lnTo>
                <a:close/>
                <a:moveTo>
                  <a:pt x="296" y="379"/>
                </a:moveTo>
                <a:lnTo>
                  <a:pt x="296" y="227"/>
                </a:lnTo>
                <a:lnTo>
                  <a:pt x="379" y="227"/>
                </a:lnTo>
                <a:lnTo>
                  <a:pt x="379" y="379"/>
                </a:lnTo>
                <a:lnTo>
                  <a:pt x="296" y="379"/>
                </a:lnTo>
                <a:close/>
                <a:moveTo>
                  <a:pt x="79" y="278"/>
                </a:moveTo>
                <a:lnTo>
                  <a:pt x="96" y="278"/>
                </a:lnTo>
                <a:lnTo>
                  <a:pt x="96" y="296"/>
                </a:lnTo>
                <a:lnTo>
                  <a:pt x="79" y="296"/>
                </a:lnTo>
                <a:lnTo>
                  <a:pt x="79" y="278"/>
                </a:lnTo>
                <a:close/>
                <a:moveTo>
                  <a:pt x="113" y="278"/>
                </a:moveTo>
                <a:lnTo>
                  <a:pt x="129" y="278"/>
                </a:lnTo>
                <a:lnTo>
                  <a:pt x="129" y="296"/>
                </a:lnTo>
                <a:lnTo>
                  <a:pt x="113" y="296"/>
                </a:lnTo>
                <a:lnTo>
                  <a:pt x="113" y="278"/>
                </a:lnTo>
                <a:close/>
                <a:moveTo>
                  <a:pt x="146" y="278"/>
                </a:moveTo>
                <a:lnTo>
                  <a:pt x="164" y="278"/>
                </a:lnTo>
                <a:lnTo>
                  <a:pt x="164" y="296"/>
                </a:lnTo>
                <a:lnTo>
                  <a:pt x="146" y="296"/>
                </a:lnTo>
                <a:lnTo>
                  <a:pt x="146" y="278"/>
                </a:lnTo>
                <a:close/>
                <a:moveTo>
                  <a:pt x="46" y="278"/>
                </a:moveTo>
                <a:lnTo>
                  <a:pt x="62" y="278"/>
                </a:lnTo>
                <a:lnTo>
                  <a:pt x="62" y="296"/>
                </a:lnTo>
                <a:lnTo>
                  <a:pt x="46" y="296"/>
                </a:lnTo>
                <a:lnTo>
                  <a:pt x="46" y="278"/>
                </a:lnTo>
                <a:close/>
                <a:moveTo>
                  <a:pt x="289" y="117"/>
                </a:moveTo>
                <a:lnTo>
                  <a:pt x="272" y="117"/>
                </a:lnTo>
                <a:lnTo>
                  <a:pt x="272" y="100"/>
                </a:lnTo>
                <a:lnTo>
                  <a:pt x="289" y="100"/>
                </a:lnTo>
                <a:lnTo>
                  <a:pt x="289" y="117"/>
                </a:lnTo>
                <a:close/>
                <a:moveTo>
                  <a:pt x="191" y="155"/>
                </a:moveTo>
                <a:lnTo>
                  <a:pt x="208" y="155"/>
                </a:lnTo>
                <a:lnTo>
                  <a:pt x="208" y="171"/>
                </a:lnTo>
                <a:lnTo>
                  <a:pt x="191" y="171"/>
                </a:lnTo>
                <a:lnTo>
                  <a:pt x="191" y="155"/>
                </a:lnTo>
                <a:close/>
                <a:moveTo>
                  <a:pt x="191" y="120"/>
                </a:moveTo>
                <a:lnTo>
                  <a:pt x="208" y="120"/>
                </a:lnTo>
                <a:lnTo>
                  <a:pt x="208" y="138"/>
                </a:lnTo>
                <a:lnTo>
                  <a:pt x="191" y="138"/>
                </a:lnTo>
                <a:lnTo>
                  <a:pt x="191" y="120"/>
                </a:lnTo>
                <a:close/>
                <a:moveTo>
                  <a:pt x="205" y="100"/>
                </a:moveTo>
                <a:lnTo>
                  <a:pt x="222" y="100"/>
                </a:lnTo>
                <a:lnTo>
                  <a:pt x="222" y="117"/>
                </a:lnTo>
                <a:lnTo>
                  <a:pt x="205" y="117"/>
                </a:lnTo>
                <a:lnTo>
                  <a:pt x="205" y="100"/>
                </a:lnTo>
                <a:close/>
                <a:moveTo>
                  <a:pt x="181" y="278"/>
                </a:moveTo>
                <a:lnTo>
                  <a:pt x="197" y="278"/>
                </a:lnTo>
                <a:lnTo>
                  <a:pt x="197" y="296"/>
                </a:lnTo>
                <a:lnTo>
                  <a:pt x="181" y="296"/>
                </a:lnTo>
                <a:lnTo>
                  <a:pt x="181" y="278"/>
                </a:lnTo>
                <a:close/>
                <a:moveTo>
                  <a:pt x="238" y="100"/>
                </a:moveTo>
                <a:lnTo>
                  <a:pt x="255" y="100"/>
                </a:lnTo>
                <a:lnTo>
                  <a:pt x="255" y="117"/>
                </a:lnTo>
                <a:lnTo>
                  <a:pt x="238" y="117"/>
                </a:lnTo>
                <a:lnTo>
                  <a:pt x="238" y="100"/>
                </a:lnTo>
                <a:close/>
                <a:moveTo>
                  <a:pt x="191" y="222"/>
                </a:moveTo>
                <a:lnTo>
                  <a:pt x="208" y="222"/>
                </a:lnTo>
                <a:lnTo>
                  <a:pt x="208" y="238"/>
                </a:lnTo>
                <a:lnTo>
                  <a:pt x="191" y="238"/>
                </a:lnTo>
                <a:lnTo>
                  <a:pt x="191" y="222"/>
                </a:lnTo>
                <a:close/>
                <a:moveTo>
                  <a:pt x="191" y="188"/>
                </a:moveTo>
                <a:lnTo>
                  <a:pt x="208" y="188"/>
                </a:lnTo>
                <a:lnTo>
                  <a:pt x="208" y="205"/>
                </a:lnTo>
                <a:lnTo>
                  <a:pt x="191" y="205"/>
                </a:lnTo>
                <a:lnTo>
                  <a:pt x="191" y="188"/>
                </a:lnTo>
                <a:close/>
                <a:moveTo>
                  <a:pt x="191" y="255"/>
                </a:moveTo>
                <a:lnTo>
                  <a:pt x="208" y="255"/>
                </a:lnTo>
                <a:lnTo>
                  <a:pt x="208" y="273"/>
                </a:lnTo>
                <a:lnTo>
                  <a:pt x="191" y="273"/>
                </a:lnTo>
                <a:lnTo>
                  <a:pt x="191" y="255"/>
                </a:lnTo>
                <a:close/>
                <a:moveTo>
                  <a:pt x="307" y="152"/>
                </a:moveTo>
                <a:lnTo>
                  <a:pt x="348" y="110"/>
                </a:lnTo>
                <a:lnTo>
                  <a:pt x="307" y="69"/>
                </a:lnTo>
                <a:lnTo>
                  <a:pt x="295" y="82"/>
                </a:lnTo>
                <a:lnTo>
                  <a:pt x="315" y="100"/>
                </a:lnTo>
                <a:lnTo>
                  <a:pt x="305" y="100"/>
                </a:lnTo>
                <a:lnTo>
                  <a:pt x="305" y="117"/>
                </a:lnTo>
                <a:lnTo>
                  <a:pt x="317" y="117"/>
                </a:lnTo>
                <a:lnTo>
                  <a:pt x="294" y="140"/>
                </a:lnTo>
                <a:lnTo>
                  <a:pt x="307" y="152"/>
                </a:lnTo>
                <a:close/>
                <a:moveTo>
                  <a:pt x="323" y="109"/>
                </a:moveTo>
                <a:lnTo>
                  <a:pt x="325" y="110"/>
                </a:lnTo>
                <a:lnTo>
                  <a:pt x="323" y="111"/>
                </a:lnTo>
                <a:lnTo>
                  <a:pt x="323" y="10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67" b="0" i="0" u="none" strike="noStrike" kern="0" cap="none" spc="0" normalizeH="0" baseline="0" noProof="0">
              <a:ln>
                <a:noFill/>
              </a:ln>
              <a:solidFill>
                <a:srgbClr val="D04A02"/>
              </a:solidFill>
              <a:effectLst/>
              <a:uLnTx/>
              <a:uFillTx/>
              <a:latin typeface="Arial"/>
              <a:ea typeface="Arial"/>
              <a:cs typeface="Arial"/>
              <a:sym typeface="Arial"/>
            </a:endParaRPr>
          </a:p>
        </p:txBody>
      </p:sp>
      <p:sp>
        <p:nvSpPr>
          <p:cNvPr id="20" name="Google Shape;703;p114">
            <a:extLst>
              <a:ext uri="{FF2B5EF4-FFF2-40B4-BE49-F238E27FC236}">
                <a16:creationId xmlns:a16="http://schemas.microsoft.com/office/drawing/2014/main" id="{D740DE6D-2EE0-D9DF-8ED9-E04378D507E5}"/>
              </a:ext>
            </a:extLst>
          </p:cNvPr>
          <p:cNvSpPr txBox="1"/>
          <p:nvPr>
            <p:custDataLst>
              <p:tags r:id="rId11"/>
            </p:custDataLst>
          </p:nvPr>
        </p:nvSpPr>
        <p:spPr>
          <a:xfrm>
            <a:off x="9186632" y="2596330"/>
            <a:ext cx="2615391" cy="3546377"/>
          </a:xfrm>
          <a:prstGeom prst="rect">
            <a:avLst/>
          </a:prstGeom>
          <a:solidFill>
            <a:schemeClr val="lt1"/>
          </a:solidFill>
          <a:ln>
            <a:noFill/>
          </a:ln>
        </p:spPr>
        <p:txBody>
          <a:bodyPr spcFirstLastPara="1" wrap="square" lIns="45720" tIns="45720" rIns="45720" bIns="45720" anchor="t" anchorCtr="0">
            <a:normAutofit/>
          </a:bodyPr>
          <a:lstStyle>
            <a:defPPr>
              <a:defRPr lang="en-US"/>
            </a:defPPr>
            <a:lvl1pPr marL="118872" indent="-118872">
              <a:spcAft>
                <a:spcPts val="600"/>
              </a:spcAft>
              <a:buFont typeface="Arial" panose="020B0604020202020204" pitchFamily="34" charset="0"/>
              <a:buChar char="•"/>
              <a:defRPr sz="1200">
                <a:latin typeface="Georgia" panose="02040502050405020303" pitchFamily="18" charset="0"/>
              </a:defRPr>
            </a:lvl1pPr>
          </a:lstStyle>
          <a:p>
            <a:r>
              <a:rPr lang="en-US"/>
              <a:t>Achieves perceived latency under 3 seconds for customer interactions.</a:t>
            </a:r>
          </a:p>
          <a:p>
            <a:r>
              <a:rPr lang="en-US"/>
              <a:t>Eliminates hallucination risk through policy-grounded multi-agent collaboration.</a:t>
            </a:r>
          </a:p>
          <a:p>
            <a:r>
              <a:rPr lang="en-US"/>
              <a:t>Supports enterprise compliance with full audit trails and HITL approvals.</a:t>
            </a:r>
          </a:p>
          <a:p>
            <a:r>
              <a:rPr lang="en-US"/>
              <a:t>Demonstrated production readiness with robust test coverage and cloud deployment.</a:t>
            </a:r>
          </a:p>
        </p:txBody>
      </p:sp>
      <p:sp>
        <p:nvSpPr>
          <p:cNvPr id="21" name="Google Shape;10526;p9415">
            <a:extLst>
              <a:ext uri="{FF2B5EF4-FFF2-40B4-BE49-F238E27FC236}">
                <a16:creationId xmlns:a16="http://schemas.microsoft.com/office/drawing/2014/main" id="{FF12B570-1489-3DEC-1B62-6AAD3C34CD18}"/>
              </a:ext>
            </a:extLst>
          </p:cNvPr>
          <p:cNvSpPr/>
          <p:nvPr/>
        </p:nvSpPr>
        <p:spPr>
          <a:xfrm>
            <a:off x="9723388" y="1984136"/>
            <a:ext cx="162765" cy="154821"/>
          </a:xfrm>
          <a:prstGeom prst="rtTriangle">
            <a:avLst/>
          </a:prstGeom>
          <a:solidFill>
            <a:schemeClr val="accent5"/>
          </a:solidFill>
          <a:ln>
            <a:noFill/>
          </a:ln>
        </p:spPr>
        <p:txBody>
          <a:bodyPr spcFirstLastPara="1" wrap="square" lIns="91410" tIns="91410" rIns="91410" bIns="91410" anchor="ctr" anchorCtr="0">
            <a:noAutofit/>
          </a:bodyPr>
          <a:lstStyle/>
          <a:p>
            <a:pPr>
              <a:buSzPts val="1100"/>
            </a:pPr>
            <a:endParaRPr sz="1466"/>
          </a:p>
        </p:txBody>
      </p:sp>
      <p:sp>
        <p:nvSpPr>
          <p:cNvPr id="22" name="Google Shape;10527;p9415">
            <a:extLst>
              <a:ext uri="{FF2B5EF4-FFF2-40B4-BE49-F238E27FC236}">
                <a16:creationId xmlns:a16="http://schemas.microsoft.com/office/drawing/2014/main" id="{E53B474D-4BF9-F28B-3684-DF75D070D455}"/>
              </a:ext>
            </a:extLst>
          </p:cNvPr>
          <p:cNvSpPr txBox="1"/>
          <p:nvPr>
            <p:custDataLst>
              <p:tags r:id="rId12"/>
            </p:custDataLst>
          </p:nvPr>
        </p:nvSpPr>
        <p:spPr>
          <a:xfrm>
            <a:off x="9686889" y="2138957"/>
            <a:ext cx="2115137" cy="394297"/>
          </a:xfrm>
          <a:prstGeom prst="rect">
            <a:avLst/>
          </a:prstGeom>
          <a:solidFill>
            <a:schemeClr val="accent4"/>
          </a:solidFill>
          <a:ln>
            <a:noFill/>
          </a:ln>
        </p:spPr>
        <p:txBody>
          <a:bodyPr spcFirstLastPara="1" wrap="square" lIns="121868" tIns="60917" rIns="60917" bIns="60917" anchor="ctr" anchorCtr="0">
            <a:noAutofit/>
          </a:bodyPr>
          <a:lstStyle/>
          <a:p>
            <a:pPr>
              <a:buSzPts val="1100"/>
            </a:pPr>
            <a:r>
              <a:rPr lang="en-US" sz="1200" b="1">
                <a:solidFill>
                  <a:srgbClr val="FFFFFF"/>
                </a:solidFill>
              </a:rPr>
              <a:t>THE OUTCOME</a:t>
            </a:r>
          </a:p>
        </p:txBody>
      </p:sp>
      <p:sp>
        <p:nvSpPr>
          <p:cNvPr id="23" name="Google Shape;10528;p9415">
            <a:extLst>
              <a:ext uri="{FF2B5EF4-FFF2-40B4-BE49-F238E27FC236}">
                <a16:creationId xmlns:a16="http://schemas.microsoft.com/office/drawing/2014/main" id="{8B49220A-675E-24EB-F75D-5B4A60CF63AD}"/>
              </a:ext>
            </a:extLst>
          </p:cNvPr>
          <p:cNvSpPr/>
          <p:nvPr/>
        </p:nvSpPr>
        <p:spPr>
          <a:xfrm>
            <a:off x="9186634" y="1976978"/>
            <a:ext cx="535860" cy="548657"/>
          </a:xfrm>
          <a:prstGeom prst="rect">
            <a:avLst/>
          </a:prstGeom>
          <a:solidFill>
            <a:schemeClr val="accent6"/>
          </a:solidFill>
          <a:ln>
            <a:noFill/>
          </a:ln>
        </p:spPr>
        <p:txBody>
          <a:bodyPr spcFirstLastPara="1" wrap="square" lIns="91410" tIns="91410" rIns="91410" bIns="91410" anchor="ctr" anchorCtr="0">
            <a:noAutofit/>
          </a:bodyPr>
          <a:lstStyle/>
          <a:p>
            <a:pPr>
              <a:buSzPts val="1100"/>
            </a:pPr>
            <a:endParaRPr sz="1466"/>
          </a:p>
        </p:txBody>
      </p:sp>
      <p:pic>
        <p:nvPicPr>
          <p:cNvPr id="24" name="Graphic 23">
            <a:extLst>
              <a:ext uri="{FF2B5EF4-FFF2-40B4-BE49-F238E27FC236}">
                <a16:creationId xmlns:a16="http://schemas.microsoft.com/office/drawing/2014/main" id="{69013555-E5E5-2749-BBE2-40ACDB4A5469}"/>
              </a:ext>
            </a:extLst>
          </p:cNvPr>
          <p:cNvPicPr>
            <a:picLocks/>
          </p:cNvPicPr>
          <p:nvPr/>
        </p:nvPicPr>
        <p:blipFill>
          <a:blip>
            <a:extLst>
              <a:ext uri="{96DAC541-7B7A-43D3-8B79-37D633B846F1}">
                <asvg:svgBlip xmlns:asvg="http://schemas.microsoft.com/office/drawing/2016/SVG/main" r:embed="rId15"/>
              </a:ext>
            </a:extLst>
          </a:blip>
          <a:stretch>
            <a:fillRect/>
          </a:stretch>
        </p:blipFill>
        <p:spPr>
          <a:xfrm>
            <a:off x="9242715" y="2042046"/>
            <a:ext cx="426720" cy="426720"/>
          </a:xfrm>
          <a:prstGeom prst="rect">
            <a:avLst/>
          </a:prstGeom>
        </p:spPr>
      </p:pic>
    </p:spTree>
    <p:custDataLst>
      <p:tags r:id="rId1"/>
    </p:custDataLst>
    <p:extLst>
      <p:ext uri="{BB962C8B-B14F-4D97-AF65-F5344CB8AC3E}">
        <p14:creationId xmlns:p14="http://schemas.microsoft.com/office/powerpoint/2010/main" val="12841868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22">
          <a:extLst>
            <a:ext uri="{FF2B5EF4-FFF2-40B4-BE49-F238E27FC236}">
              <a16:creationId xmlns:a16="http://schemas.microsoft.com/office/drawing/2014/main" id="{DF1075AA-0834-B3E4-BC3E-48A45F4E4516}"/>
            </a:ext>
          </a:extLst>
        </p:cNvPr>
        <p:cNvGrpSpPr/>
        <p:nvPr/>
      </p:nvGrpSpPr>
      <p:grpSpPr>
        <a:xfrm>
          <a:off x="0" y="0"/>
          <a:ext cx="0" cy="0"/>
          <a:chOff x="0" y="0"/>
          <a:chExt cx="0" cy="0"/>
        </a:xfrm>
      </p:grpSpPr>
      <p:sp>
        <p:nvSpPr>
          <p:cNvPr id="26" name="Title 1">
            <a:extLst>
              <a:ext uri="{FF2B5EF4-FFF2-40B4-BE49-F238E27FC236}">
                <a16:creationId xmlns:a16="http://schemas.microsoft.com/office/drawing/2014/main" id="{3803CBE1-B9C3-1C2C-F1D1-9A83B8A26ADA}"/>
              </a:ext>
            </a:extLst>
          </p:cNvPr>
          <p:cNvSpPr>
            <a:spLocks noGrp="1"/>
          </p:cNvSpPr>
          <p:nvPr>
            <p:ph type="title"/>
            <p:custDataLst>
              <p:tags r:id="rId2"/>
            </p:custDataLst>
          </p:nvPr>
        </p:nvSpPr>
        <p:spPr/>
        <p:txBody>
          <a:bodyPr/>
          <a:lstStyle/>
          <a:p>
            <a:r>
              <a:rPr lang="en-US"/>
              <a:t>Customer Support Is the #1 Driver of E-commerce Churn</a:t>
            </a:r>
          </a:p>
        </p:txBody>
      </p:sp>
      <p:sp>
        <p:nvSpPr>
          <p:cNvPr id="15" name="Footer Placeholder 1">
            <a:extLst>
              <a:ext uri="{FF2B5EF4-FFF2-40B4-BE49-F238E27FC236}">
                <a16:creationId xmlns:a16="http://schemas.microsoft.com/office/drawing/2014/main" id="{3BA02340-9251-3662-4E04-5573767BED36}"/>
              </a:ext>
            </a:extLst>
          </p:cNvPr>
          <p:cNvSpPr txBox="1">
            <a:spLocks/>
          </p:cNvSpPr>
          <p:nvPr>
            <p:custDataLst>
              <p:tags r:id="rId3"/>
            </p:custDataLst>
          </p:nvPr>
        </p:nvSpPr>
        <p:spPr>
          <a:xfrm>
            <a:off x="1066800" y="6481591"/>
            <a:ext cx="8814816" cy="171450"/>
          </a:xfrm>
          <a:prstGeom prst="rect">
            <a:avLst/>
          </a:prstGeom>
        </p:spPr>
        <p:txBody>
          <a:bodyPr vert="horz" wrap="square" lIns="0" tIns="0" rIns="0" bIns="0" rtlCol="0" anchor="b" anchorCtr="0">
            <a:spAutoFit/>
          </a:bodyPr>
          <a:lstStyle>
            <a:defPPr>
              <a:defRPr lang="en-US"/>
            </a:defPPr>
            <a:lvl1pPr>
              <a:defRPr sz="1050" b="0">
                <a:solidFill>
                  <a:sysClr val="windowText" lastClr="000000"/>
                </a:solidFil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Business Problem</a:t>
            </a:r>
          </a:p>
        </p:txBody>
      </p:sp>
      <p:sp>
        <p:nvSpPr>
          <p:cNvPr id="3" name="Google Shape;10527;p9415">
            <a:extLst>
              <a:ext uri="{FF2B5EF4-FFF2-40B4-BE49-F238E27FC236}">
                <a16:creationId xmlns:a16="http://schemas.microsoft.com/office/drawing/2014/main" id="{C981F6B1-926E-4AFF-3352-A49F8C1C0EE5}"/>
              </a:ext>
            </a:extLst>
          </p:cNvPr>
          <p:cNvSpPr txBox="1"/>
          <p:nvPr>
            <p:custDataLst>
              <p:tags r:id="rId4"/>
            </p:custDataLst>
          </p:nvPr>
        </p:nvSpPr>
        <p:spPr>
          <a:xfrm>
            <a:off x="397667" y="1238686"/>
            <a:ext cx="1554480" cy="1170432"/>
          </a:xfrm>
          <a:prstGeom prst="rect">
            <a:avLst/>
          </a:prstGeom>
          <a:solidFill>
            <a:schemeClr val="accent1"/>
          </a:solidFill>
          <a:ln>
            <a:noFill/>
          </a:ln>
        </p:spPr>
        <p:txBody>
          <a:bodyPr spcFirstLastPara="1" wrap="square" lIns="121868" tIns="60917" rIns="60917" bIns="60917" anchor="ctr" anchorCtr="0">
            <a:normAutofit/>
          </a:bodyPr>
          <a:lstStyle/>
          <a:p>
            <a:pPr>
              <a:buSzPts val="1100"/>
            </a:pPr>
            <a:r>
              <a:rPr lang="en-US" sz="1200" b="1">
                <a:solidFill>
                  <a:srgbClr val="FFFFFF"/>
                </a:solidFill>
              </a:rPr>
              <a:t>Volume and Fragmentation</a:t>
            </a:r>
          </a:p>
        </p:txBody>
      </p:sp>
      <p:sp>
        <p:nvSpPr>
          <p:cNvPr id="7" name="Google Shape;10531;p9415">
            <a:extLst>
              <a:ext uri="{FF2B5EF4-FFF2-40B4-BE49-F238E27FC236}">
                <a16:creationId xmlns:a16="http://schemas.microsoft.com/office/drawing/2014/main" id="{672BB517-1394-4E89-C0AD-FCA017FE8580}"/>
              </a:ext>
            </a:extLst>
          </p:cNvPr>
          <p:cNvSpPr txBox="1"/>
          <p:nvPr>
            <p:custDataLst>
              <p:tags r:id="rId5"/>
            </p:custDataLst>
          </p:nvPr>
        </p:nvSpPr>
        <p:spPr>
          <a:xfrm>
            <a:off x="397667" y="2520686"/>
            <a:ext cx="1554480" cy="1170432"/>
          </a:xfrm>
          <a:prstGeom prst="rect">
            <a:avLst/>
          </a:prstGeom>
          <a:solidFill>
            <a:schemeClr val="accent2"/>
          </a:solidFill>
          <a:ln>
            <a:noFill/>
          </a:ln>
        </p:spPr>
        <p:txBody>
          <a:bodyPr spcFirstLastPara="1" wrap="square" lIns="121868" tIns="60917" rIns="60917" bIns="60917" anchor="ctr" anchorCtr="0">
            <a:normAutofit/>
          </a:bodyPr>
          <a:lstStyle/>
          <a:p>
            <a:pPr>
              <a:buSzPts val="1100"/>
            </a:pPr>
            <a:r>
              <a:rPr lang="en-US" sz="1200" b="1">
                <a:solidFill>
                  <a:srgbClr val="FFFFFF"/>
                </a:solidFill>
              </a:rPr>
              <a:t>Inconsistency and Risk</a:t>
            </a:r>
          </a:p>
        </p:txBody>
      </p:sp>
      <p:sp>
        <p:nvSpPr>
          <p:cNvPr id="9" name="Google Shape;10524;p9415">
            <a:extLst>
              <a:ext uri="{FF2B5EF4-FFF2-40B4-BE49-F238E27FC236}">
                <a16:creationId xmlns:a16="http://schemas.microsoft.com/office/drawing/2014/main" id="{DA2F65CF-3380-A59C-C2E8-54A12322F9D3}"/>
              </a:ext>
            </a:extLst>
          </p:cNvPr>
          <p:cNvSpPr txBox="1"/>
          <p:nvPr>
            <p:custDataLst>
              <p:tags r:id="rId6"/>
            </p:custDataLst>
          </p:nvPr>
        </p:nvSpPr>
        <p:spPr>
          <a:xfrm>
            <a:off x="1974273" y="1238686"/>
            <a:ext cx="9820060" cy="1169397"/>
          </a:xfrm>
          <a:prstGeom prst="rect">
            <a:avLst/>
          </a:prstGeom>
          <a:noFill/>
          <a:ln>
            <a:noFill/>
          </a:ln>
        </p:spPr>
        <p:txBody>
          <a:bodyPr spcFirstLastPara="1" wrap="square" lIns="45720" tIns="0" rIns="45720" bIns="0" anchor="t" anchorCtr="0">
            <a:normAutofit/>
          </a:bodyPr>
          <a:lstStyle/>
          <a:p>
            <a:pPr marL="118872" indent="-118872">
              <a:spcAft>
                <a:spcPts val="200"/>
              </a:spcAft>
              <a:buFont typeface="Arial" panose="020B0604020202020204" pitchFamily="34" charset="0"/>
              <a:buChar char="•"/>
            </a:pPr>
            <a:r>
              <a:rPr lang="en-US" sz="1200">
                <a:latin typeface="Georgia" panose="02040502050405020303" pitchFamily="18" charset="0"/>
              </a:rPr>
              <a:t>Thousands of daily interactions across chat, email, phone, and social media channels create complexity.</a:t>
            </a:r>
          </a:p>
          <a:p>
            <a:pPr marL="118872" indent="-118872">
              <a:spcAft>
                <a:spcPts val="200"/>
              </a:spcAft>
              <a:buFont typeface="Arial" panose="020B0604020202020204" pitchFamily="34" charset="0"/>
              <a:buChar char="•"/>
            </a:pPr>
            <a:r>
              <a:rPr lang="en-US" sz="1200">
                <a:latin typeface="Georgia" panose="02040502050405020303" pitchFamily="18" charset="0"/>
              </a:rPr>
              <a:t>Customers often repeat information multiple times due to fragmented context, increasing frustration.</a:t>
            </a:r>
          </a:p>
          <a:p>
            <a:pPr marL="118872" indent="-118872">
              <a:spcAft>
                <a:spcPts val="200"/>
              </a:spcAft>
              <a:buFont typeface="Arial" panose="020B0604020202020204" pitchFamily="34" charset="0"/>
              <a:buChar char="•"/>
            </a:pPr>
            <a:r>
              <a:rPr lang="en-US" sz="1200">
                <a:latin typeface="Georgia" panose="02040502050405020303" pitchFamily="18" charset="0"/>
              </a:rPr>
              <a:t>Peak-time slowdowns during festive sales cause longer wait times and unresolved issues.</a:t>
            </a:r>
          </a:p>
        </p:txBody>
      </p:sp>
      <p:sp>
        <p:nvSpPr>
          <p:cNvPr id="10" name="Google Shape;10524;p9415">
            <a:extLst>
              <a:ext uri="{FF2B5EF4-FFF2-40B4-BE49-F238E27FC236}">
                <a16:creationId xmlns:a16="http://schemas.microsoft.com/office/drawing/2014/main" id="{730ABFBE-CF40-50BD-91C7-6290963DD700}"/>
              </a:ext>
            </a:extLst>
          </p:cNvPr>
          <p:cNvSpPr txBox="1"/>
          <p:nvPr>
            <p:custDataLst>
              <p:tags r:id="rId7"/>
            </p:custDataLst>
          </p:nvPr>
        </p:nvSpPr>
        <p:spPr>
          <a:xfrm>
            <a:off x="1981966" y="2520687"/>
            <a:ext cx="9820060" cy="1170432"/>
          </a:xfrm>
          <a:prstGeom prst="rect">
            <a:avLst/>
          </a:prstGeom>
          <a:noFill/>
          <a:ln>
            <a:noFill/>
          </a:ln>
        </p:spPr>
        <p:txBody>
          <a:bodyPr spcFirstLastPara="1" wrap="square" lIns="45720" tIns="0" rIns="45720" bIns="0" anchor="t" anchorCtr="0">
            <a:normAutofit/>
          </a:bodyPr>
          <a:lstStyle/>
          <a:p>
            <a:pPr marL="118872" indent="-118872">
              <a:spcAft>
                <a:spcPts val="200"/>
              </a:spcAft>
              <a:buFont typeface="Arial" panose="020B0604020202020204" pitchFamily="34" charset="0"/>
              <a:buChar char="•"/>
            </a:pPr>
            <a:r>
              <a:rPr lang="en-US" sz="1200">
                <a:latin typeface="Georgia" panose="02040502050405020303" pitchFamily="18" charset="0"/>
              </a:rPr>
              <a:t>Different agents and policies lead to inconsistent answers, damaging trust.</a:t>
            </a:r>
          </a:p>
          <a:p>
            <a:pPr marL="118872" indent="-118872">
              <a:spcAft>
                <a:spcPts val="200"/>
              </a:spcAft>
              <a:buFont typeface="Arial" panose="020B0604020202020204" pitchFamily="34" charset="0"/>
              <a:buChar char="•"/>
            </a:pPr>
            <a:r>
              <a:rPr lang="en-US" sz="1200">
                <a:latin typeface="Georgia" panose="02040502050405020303" pitchFamily="18" charset="0"/>
              </a:rPr>
              <a:t>Manual ticket handling drives up operational costs and slows resolution.</a:t>
            </a:r>
          </a:p>
          <a:p>
            <a:pPr marL="118872" indent="-118872">
              <a:spcAft>
                <a:spcPts val="200"/>
              </a:spcAft>
              <a:buFont typeface="Arial" panose="020B0604020202020204" pitchFamily="34" charset="0"/>
              <a:buChar char="•"/>
            </a:pPr>
            <a:r>
              <a:rPr lang="en-US" sz="1200">
                <a:latin typeface="Georgia" panose="02040502050405020303" pitchFamily="18" charset="0"/>
              </a:rPr>
              <a:t>Unresolved refunds, coupon issues, and returns cause direct revenue leakage.</a:t>
            </a:r>
          </a:p>
        </p:txBody>
      </p:sp>
      <p:sp>
        <p:nvSpPr>
          <p:cNvPr id="11" name="TextBox 10">
            <a:extLst>
              <a:ext uri="{FF2B5EF4-FFF2-40B4-BE49-F238E27FC236}">
                <a16:creationId xmlns:a16="http://schemas.microsoft.com/office/drawing/2014/main" id="{8119AA29-19FE-4603-52C3-CE33B4FB4E6E}"/>
              </a:ext>
            </a:extLst>
          </p:cNvPr>
          <p:cNvSpPr txBox="1"/>
          <p:nvPr/>
        </p:nvSpPr>
        <p:spPr>
          <a:xfrm>
            <a:off x="7315200" y="5364886"/>
            <a:ext cx="0" cy="0"/>
          </a:xfrm>
          <a:prstGeom prst="rect">
            <a:avLst/>
          </a:prstGeom>
          <a:noFill/>
        </p:spPr>
        <p:txBody>
          <a:bodyPr wrap="none" lIns="0" tIns="0" rIns="0" bIns="0" rtlCol="0">
            <a:noAutofit/>
          </a:bodyPr>
          <a:lstStyle/>
          <a:p>
            <a:pPr algn="l"/>
            <a:endParaRPr lang="en-US" sz="1600" err="1">
              <a:latin typeface="+mj-lt"/>
            </a:endParaRPr>
          </a:p>
        </p:txBody>
      </p:sp>
      <p:cxnSp>
        <p:nvCxnSpPr>
          <p:cNvPr id="12" name="Straight Connector 11">
            <a:extLst>
              <a:ext uri="{FF2B5EF4-FFF2-40B4-BE49-F238E27FC236}">
                <a16:creationId xmlns:a16="http://schemas.microsoft.com/office/drawing/2014/main" id="{F4C6CEA9-B633-B575-C548-F90637CD3A3D}"/>
              </a:ext>
            </a:extLst>
          </p:cNvPr>
          <p:cNvCxnSpPr>
            <a:cxnSpLocks/>
          </p:cNvCxnSpPr>
          <p:nvPr/>
        </p:nvCxnSpPr>
        <p:spPr>
          <a:xfrm>
            <a:off x="397667" y="2464902"/>
            <a:ext cx="11404359"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4" name="Google Shape;10531;p9415">
            <a:extLst>
              <a:ext uri="{FF2B5EF4-FFF2-40B4-BE49-F238E27FC236}">
                <a16:creationId xmlns:a16="http://schemas.microsoft.com/office/drawing/2014/main" id="{4FCF6C86-9F60-E720-4070-4D7797F7A3A2}"/>
              </a:ext>
            </a:extLst>
          </p:cNvPr>
          <p:cNvSpPr txBox="1"/>
          <p:nvPr>
            <p:custDataLst>
              <p:tags r:id="rId8"/>
            </p:custDataLst>
          </p:nvPr>
        </p:nvSpPr>
        <p:spPr>
          <a:xfrm>
            <a:off x="397667" y="3802686"/>
            <a:ext cx="1554480" cy="1170432"/>
          </a:xfrm>
          <a:prstGeom prst="rect">
            <a:avLst/>
          </a:prstGeom>
          <a:solidFill>
            <a:schemeClr val="accent3"/>
          </a:solidFill>
          <a:ln>
            <a:noFill/>
          </a:ln>
        </p:spPr>
        <p:txBody>
          <a:bodyPr spcFirstLastPara="1" wrap="square" lIns="121868" tIns="60917" rIns="60917" bIns="60917" anchor="ctr" anchorCtr="0">
            <a:normAutofit/>
          </a:bodyPr>
          <a:lstStyle/>
          <a:p>
            <a:pPr>
              <a:buSzPts val="1100"/>
            </a:pPr>
            <a:r>
              <a:rPr lang="en-US" sz="1200" b="1">
                <a:solidFill>
                  <a:srgbClr val="FFFFFF"/>
                </a:solidFill>
              </a:rPr>
              <a:t>Key Stat Callout</a:t>
            </a:r>
          </a:p>
        </p:txBody>
      </p:sp>
      <p:sp>
        <p:nvSpPr>
          <p:cNvPr id="17" name="Google Shape;10524;p9415">
            <a:extLst>
              <a:ext uri="{FF2B5EF4-FFF2-40B4-BE49-F238E27FC236}">
                <a16:creationId xmlns:a16="http://schemas.microsoft.com/office/drawing/2014/main" id="{E550D709-5A5C-A0FD-8EC1-C584CF5B8D6E}"/>
              </a:ext>
            </a:extLst>
          </p:cNvPr>
          <p:cNvSpPr txBox="1"/>
          <p:nvPr>
            <p:custDataLst>
              <p:tags r:id="rId9"/>
            </p:custDataLst>
          </p:nvPr>
        </p:nvSpPr>
        <p:spPr>
          <a:xfrm>
            <a:off x="1981966" y="3802687"/>
            <a:ext cx="9820060" cy="1170432"/>
          </a:xfrm>
          <a:prstGeom prst="rect">
            <a:avLst/>
          </a:prstGeom>
          <a:noFill/>
          <a:ln>
            <a:noFill/>
          </a:ln>
        </p:spPr>
        <p:txBody>
          <a:bodyPr spcFirstLastPara="1" wrap="square" lIns="45720" tIns="0" rIns="45720" bIns="0" anchor="t" anchorCtr="0">
            <a:normAutofit/>
          </a:bodyPr>
          <a:lstStyle/>
          <a:p>
            <a:pPr marL="118872" indent="-118872">
              <a:spcAft>
                <a:spcPts val="200"/>
              </a:spcAft>
              <a:buFont typeface="Arial" panose="020B0604020202020204" pitchFamily="34" charset="0"/>
              <a:buChar char="•"/>
            </a:pPr>
            <a:r>
              <a:rPr lang="en-US" sz="1200">
                <a:latin typeface="Georgia" panose="02040502050405020303" pitchFamily="18" charset="0"/>
              </a:rPr>
              <a:t>70% of customers churn after a single poor support experience, highlighting the critical impact.</a:t>
            </a:r>
          </a:p>
          <a:p>
            <a:pPr marL="118872" indent="-118872">
              <a:spcAft>
                <a:spcPts val="200"/>
              </a:spcAft>
              <a:buFont typeface="Arial" panose="020B0604020202020204" pitchFamily="34" charset="0"/>
              <a:buChar char="•"/>
            </a:pPr>
            <a:r>
              <a:rPr lang="en-US" sz="1200">
                <a:latin typeface="Georgia" panose="02040502050405020303" pitchFamily="18" charset="0"/>
              </a:rPr>
              <a:t>Poor support experiences reduce customer lifetime value and brand loyalty significantly.</a:t>
            </a:r>
          </a:p>
          <a:p>
            <a:pPr marL="118872" indent="-118872">
              <a:spcAft>
                <a:spcPts val="200"/>
              </a:spcAft>
              <a:buFont typeface="Arial" panose="020B0604020202020204" pitchFamily="34" charset="0"/>
              <a:buChar char="•"/>
            </a:pPr>
            <a:r>
              <a:rPr lang="en-US" sz="1200">
                <a:latin typeface="Georgia" panose="02040502050405020303" pitchFamily="18" charset="0"/>
              </a:rPr>
              <a:t>E-commerce businesses lose billions annually due to preventable support failures.</a:t>
            </a:r>
          </a:p>
        </p:txBody>
      </p:sp>
      <p:cxnSp>
        <p:nvCxnSpPr>
          <p:cNvPr id="18" name="Straight Connector 17">
            <a:extLst>
              <a:ext uri="{FF2B5EF4-FFF2-40B4-BE49-F238E27FC236}">
                <a16:creationId xmlns:a16="http://schemas.microsoft.com/office/drawing/2014/main" id="{B71E75EE-5112-4305-C613-D72B2F73C5D3}"/>
              </a:ext>
            </a:extLst>
          </p:cNvPr>
          <p:cNvCxnSpPr>
            <a:cxnSpLocks/>
          </p:cNvCxnSpPr>
          <p:nvPr/>
        </p:nvCxnSpPr>
        <p:spPr>
          <a:xfrm>
            <a:off x="397667" y="3746902"/>
            <a:ext cx="11404359"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EDD6431-F479-FAA8-06A9-5E97CA8DF835}"/>
              </a:ext>
            </a:extLst>
          </p:cNvPr>
          <p:cNvSpPr txBox="1"/>
          <p:nvPr/>
        </p:nvSpPr>
        <p:spPr>
          <a:xfrm>
            <a:off x="7315200" y="6319740"/>
            <a:ext cx="0" cy="0"/>
          </a:xfrm>
          <a:prstGeom prst="rect">
            <a:avLst/>
          </a:prstGeom>
          <a:noFill/>
        </p:spPr>
        <p:txBody>
          <a:bodyPr wrap="none" lIns="0" tIns="0" rIns="0" bIns="0" rtlCol="0">
            <a:noAutofit/>
          </a:bodyPr>
          <a:lstStyle/>
          <a:p>
            <a:pPr algn="l"/>
            <a:endParaRPr lang="en-US" sz="1600" err="1">
              <a:latin typeface="+mj-lt"/>
            </a:endParaRPr>
          </a:p>
        </p:txBody>
      </p:sp>
      <p:sp>
        <p:nvSpPr>
          <p:cNvPr id="20" name="Google Shape;10531;p9415">
            <a:extLst>
              <a:ext uri="{FF2B5EF4-FFF2-40B4-BE49-F238E27FC236}">
                <a16:creationId xmlns:a16="http://schemas.microsoft.com/office/drawing/2014/main" id="{DFDD64BC-BE57-B158-F07A-8E353201A66A}"/>
              </a:ext>
            </a:extLst>
          </p:cNvPr>
          <p:cNvSpPr txBox="1"/>
          <p:nvPr>
            <p:custDataLst>
              <p:tags r:id="rId10"/>
            </p:custDataLst>
          </p:nvPr>
        </p:nvSpPr>
        <p:spPr>
          <a:xfrm>
            <a:off x="397667" y="5084689"/>
            <a:ext cx="1554480" cy="1170432"/>
          </a:xfrm>
          <a:prstGeom prst="rect">
            <a:avLst/>
          </a:prstGeom>
          <a:solidFill>
            <a:schemeClr val="accent4"/>
          </a:solidFill>
          <a:ln>
            <a:noFill/>
          </a:ln>
        </p:spPr>
        <p:txBody>
          <a:bodyPr spcFirstLastPara="1" wrap="square" lIns="121868" tIns="60917" rIns="60917" bIns="60917" anchor="ctr" anchorCtr="0">
            <a:normAutofit/>
          </a:bodyPr>
          <a:lstStyle/>
          <a:p>
            <a:pPr>
              <a:buSzPts val="1100"/>
            </a:pPr>
            <a:r>
              <a:rPr lang="en-US" sz="1200" b="1">
                <a:solidFill>
                  <a:srgbClr val="FFFFFF"/>
                </a:solidFill>
              </a:rPr>
              <a:t>Impact on Business</a:t>
            </a:r>
          </a:p>
        </p:txBody>
      </p:sp>
      <p:sp>
        <p:nvSpPr>
          <p:cNvPr id="21" name="Google Shape;10524;p9415">
            <a:extLst>
              <a:ext uri="{FF2B5EF4-FFF2-40B4-BE49-F238E27FC236}">
                <a16:creationId xmlns:a16="http://schemas.microsoft.com/office/drawing/2014/main" id="{D5B6CFFF-B478-2E9B-A9CF-5ACA6EEFD779}"/>
              </a:ext>
            </a:extLst>
          </p:cNvPr>
          <p:cNvSpPr txBox="1"/>
          <p:nvPr>
            <p:custDataLst>
              <p:tags r:id="rId11"/>
            </p:custDataLst>
          </p:nvPr>
        </p:nvSpPr>
        <p:spPr>
          <a:xfrm>
            <a:off x="1981966" y="5084690"/>
            <a:ext cx="9820060" cy="1170432"/>
          </a:xfrm>
          <a:prstGeom prst="rect">
            <a:avLst/>
          </a:prstGeom>
          <a:noFill/>
          <a:ln>
            <a:noFill/>
          </a:ln>
        </p:spPr>
        <p:txBody>
          <a:bodyPr spcFirstLastPara="1" wrap="square" lIns="45720" tIns="0" rIns="45720" bIns="0" anchor="t" anchorCtr="0">
            <a:normAutofit/>
          </a:bodyPr>
          <a:lstStyle/>
          <a:p>
            <a:pPr marL="118872" indent="-118872">
              <a:spcAft>
                <a:spcPts val="200"/>
              </a:spcAft>
              <a:buFont typeface="Arial" panose="020B0604020202020204" pitchFamily="34" charset="0"/>
              <a:buChar char="•"/>
            </a:pPr>
            <a:r>
              <a:rPr lang="en-US" sz="1200">
                <a:latin typeface="Georgia" panose="02040502050405020303" pitchFamily="18" charset="0"/>
              </a:rPr>
              <a:t>High churn from support failures decreases overall revenue and growth potential.</a:t>
            </a:r>
          </a:p>
          <a:p>
            <a:pPr marL="118872" indent="-118872">
              <a:spcAft>
                <a:spcPts val="200"/>
              </a:spcAft>
              <a:buFont typeface="Arial" panose="020B0604020202020204" pitchFamily="34" charset="0"/>
              <a:buChar char="•"/>
            </a:pPr>
            <a:r>
              <a:rPr lang="en-US" sz="1200">
                <a:latin typeface="Georgia" panose="02040502050405020303" pitchFamily="18" charset="0"/>
              </a:rPr>
              <a:t>Improving support consistency offers a clear path to reduce churn and increase retention.</a:t>
            </a:r>
          </a:p>
          <a:p>
            <a:pPr marL="118872" indent="-118872">
              <a:spcAft>
                <a:spcPts val="200"/>
              </a:spcAft>
              <a:buFont typeface="Arial" panose="020B0604020202020204" pitchFamily="34" charset="0"/>
              <a:buChar char="•"/>
            </a:pPr>
            <a:r>
              <a:rPr lang="en-US" sz="1200">
                <a:latin typeface="Georgia" panose="02040502050405020303" pitchFamily="18" charset="0"/>
              </a:rPr>
              <a:t>Investing in streamlined, agentic AI support can drive measurable ROI and customer satisfaction.</a:t>
            </a:r>
          </a:p>
        </p:txBody>
      </p:sp>
      <p:cxnSp>
        <p:nvCxnSpPr>
          <p:cNvPr id="22" name="Straight Connector 21">
            <a:extLst>
              <a:ext uri="{FF2B5EF4-FFF2-40B4-BE49-F238E27FC236}">
                <a16:creationId xmlns:a16="http://schemas.microsoft.com/office/drawing/2014/main" id="{437B8BF0-BB41-B7E4-A228-C465A2FA04D0}"/>
              </a:ext>
            </a:extLst>
          </p:cNvPr>
          <p:cNvCxnSpPr>
            <a:cxnSpLocks/>
          </p:cNvCxnSpPr>
          <p:nvPr/>
        </p:nvCxnSpPr>
        <p:spPr>
          <a:xfrm>
            <a:off x="397667" y="5028902"/>
            <a:ext cx="11404359"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755622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22">
          <a:extLst>
            <a:ext uri="{FF2B5EF4-FFF2-40B4-BE49-F238E27FC236}">
              <a16:creationId xmlns:a16="http://schemas.microsoft.com/office/drawing/2014/main" id="{99C362C2-0BB3-1156-ECEE-FBDA73CBF34F}"/>
            </a:ext>
          </a:extLst>
        </p:cNvPr>
        <p:cNvGrpSpPr/>
        <p:nvPr/>
      </p:nvGrpSpPr>
      <p:grpSpPr>
        <a:xfrm>
          <a:off x="0" y="0"/>
          <a:ext cx="0" cy="0"/>
          <a:chOff x="0" y="0"/>
          <a:chExt cx="0" cy="0"/>
        </a:xfrm>
      </p:grpSpPr>
      <p:sp>
        <p:nvSpPr>
          <p:cNvPr id="10527" name="Google Shape;10527;p9415">
            <a:extLst>
              <a:ext uri="{FF2B5EF4-FFF2-40B4-BE49-F238E27FC236}">
                <a16:creationId xmlns:a16="http://schemas.microsoft.com/office/drawing/2014/main" id="{3F52B276-1DF2-9F92-C79A-4FC683FEF5E9}"/>
              </a:ext>
            </a:extLst>
          </p:cNvPr>
          <p:cNvSpPr txBox="1"/>
          <p:nvPr>
            <p:custDataLst>
              <p:tags r:id="rId2"/>
            </p:custDataLst>
          </p:nvPr>
        </p:nvSpPr>
        <p:spPr>
          <a:xfrm>
            <a:off x="397667" y="2018693"/>
            <a:ext cx="1554480" cy="1828800"/>
          </a:xfrm>
          <a:prstGeom prst="rect">
            <a:avLst/>
          </a:prstGeom>
          <a:solidFill>
            <a:srgbClr val="EEEFF1"/>
          </a:solidFill>
          <a:ln>
            <a:noFill/>
          </a:ln>
        </p:spPr>
        <p:txBody>
          <a:bodyPr spcFirstLastPara="1" wrap="square" lIns="121868" tIns="60917" rIns="60917" bIns="60917" anchor="t" anchorCtr="0">
            <a:normAutofit/>
          </a:bodyPr>
          <a:lstStyle/>
          <a:p>
            <a:pPr>
              <a:buSzPts val="1100"/>
            </a:pPr>
            <a:r>
              <a:rPr lang="en-US" sz="1200" b="1"/>
              <a:t>Why Generic LLMs Fail in E-commerce Support</a:t>
            </a:r>
          </a:p>
        </p:txBody>
      </p:sp>
      <p:sp>
        <p:nvSpPr>
          <p:cNvPr id="10531" name="Google Shape;10531;p9415">
            <a:extLst>
              <a:ext uri="{FF2B5EF4-FFF2-40B4-BE49-F238E27FC236}">
                <a16:creationId xmlns:a16="http://schemas.microsoft.com/office/drawing/2014/main" id="{60583534-8D21-1D74-88EA-8E8246CF4D24}"/>
              </a:ext>
            </a:extLst>
          </p:cNvPr>
          <p:cNvSpPr txBox="1"/>
          <p:nvPr>
            <p:custDataLst>
              <p:tags r:id="rId3"/>
            </p:custDataLst>
          </p:nvPr>
        </p:nvSpPr>
        <p:spPr>
          <a:xfrm>
            <a:off x="397667" y="4091738"/>
            <a:ext cx="1554480" cy="1828800"/>
          </a:xfrm>
          <a:prstGeom prst="rect">
            <a:avLst/>
          </a:prstGeom>
          <a:solidFill>
            <a:srgbClr val="EEEFF1"/>
          </a:solidFill>
          <a:ln>
            <a:noFill/>
          </a:ln>
        </p:spPr>
        <p:txBody>
          <a:bodyPr spcFirstLastPara="1" wrap="square" lIns="121868" tIns="60917" rIns="60917" bIns="60917" anchor="t" anchorCtr="0">
            <a:normAutofit/>
          </a:bodyPr>
          <a:lstStyle/>
          <a:p>
            <a:pPr>
              <a:buSzPts val="1100"/>
            </a:pPr>
            <a:r>
              <a:rPr lang="en-US" sz="1200" b="1"/>
              <a:t>Agentic AI System vs. Plain LLM Chatbot</a:t>
            </a:r>
          </a:p>
        </p:txBody>
      </p:sp>
      <p:sp>
        <p:nvSpPr>
          <p:cNvPr id="10524" name="Google Shape;10524;p9415">
            <a:extLst>
              <a:ext uri="{FF2B5EF4-FFF2-40B4-BE49-F238E27FC236}">
                <a16:creationId xmlns:a16="http://schemas.microsoft.com/office/drawing/2014/main" id="{EB07A27C-8E62-2F27-620C-E07811522D12}"/>
              </a:ext>
            </a:extLst>
          </p:cNvPr>
          <p:cNvSpPr txBox="1"/>
          <p:nvPr>
            <p:custDataLst>
              <p:tags r:id="rId4"/>
            </p:custDataLst>
          </p:nvPr>
        </p:nvSpPr>
        <p:spPr>
          <a:xfrm>
            <a:off x="1974273" y="2018693"/>
            <a:ext cx="9820060" cy="1827182"/>
          </a:xfrm>
          <a:prstGeom prst="rect">
            <a:avLst/>
          </a:prstGeom>
          <a:noFill/>
          <a:ln>
            <a:noFill/>
          </a:ln>
        </p:spPr>
        <p:txBody>
          <a:bodyPr spcFirstLastPara="1" wrap="square" lIns="45720" tIns="91440" rIns="45720" bIns="91440" anchor="t" anchorCtr="0">
            <a:normAutofit/>
          </a:bodyPr>
          <a:lstStyle/>
          <a:p>
            <a:pPr marL="118872" indent="-118872">
              <a:spcAft>
                <a:spcPts val="400"/>
              </a:spcAft>
              <a:buFont typeface="Arial" panose="020B0604020202020204" pitchFamily="34" charset="0"/>
              <a:buChar char="•"/>
            </a:pPr>
            <a:r>
              <a:rPr lang="en-US" sz="1200">
                <a:latin typeface="Georgia" panose="02040502050405020303" pitchFamily="18" charset="0"/>
              </a:rPr>
              <a:t>Hallucination risk: LLMs generate plausible but incorrect policies, leading to compliance violations.</a:t>
            </a:r>
          </a:p>
          <a:p>
            <a:pPr marL="118872" indent="-118872">
              <a:spcAft>
                <a:spcPts val="400"/>
              </a:spcAft>
              <a:buFont typeface="Arial" panose="020B0604020202020204" pitchFamily="34" charset="0"/>
              <a:buChar char="•"/>
            </a:pPr>
            <a:r>
              <a:rPr lang="en-US" sz="1200">
                <a:latin typeface="Georgia" panose="02040502050405020303" pitchFamily="18" charset="0"/>
              </a:rPr>
              <a:t>No grounding: Responses lack citations from verified company policies or databases, reducing trustworthiness.</a:t>
            </a:r>
          </a:p>
          <a:p>
            <a:pPr marL="118872" indent="-118872">
              <a:spcAft>
                <a:spcPts val="400"/>
              </a:spcAft>
              <a:buFont typeface="Arial" panose="020B0604020202020204" pitchFamily="34" charset="0"/>
              <a:buChar char="•"/>
            </a:pPr>
            <a:r>
              <a:rPr lang="en-US" sz="1200">
                <a:latin typeface="Georgia" panose="02040502050405020303" pitchFamily="18" charset="0"/>
              </a:rPr>
              <a:t>No memory: Each conversation starts anew, causing repetitive customer queries and loss of context.</a:t>
            </a:r>
          </a:p>
          <a:p>
            <a:pPr marL="118872" indent="-118872">
              <a:spcAft>
                <a:spcPts val="400"/>
              </a:spcAft>
              <a:buFont typeface="Arial" panose="020B0604020202020204" pitchFamily="34" charset="0"/>
              <a:buChar char="•"/>
            </a:pPr>
            <a:r>
              <a:rPr lang="en-US" sz="1200">
                <a:latin typeface="Georgia" panose="02040502050405020303" pitchFamily="18" charset="0"/>
              </a:rPr>
              <a:t>No escalation logic: High-risk or complex cases are not routed to human agents for intervention.</a:t>
            </a:r>
          </a:p>
          <a:p>
            <a:pPr marL="118872" indent="-118872">
              <a:spcAft>
                <a:spcPts val="400"/>
              </a:spcAft>
              <a:buFont typeface="Arial" panose="020B0604020202020204" pitchFamily="34" charset="0"/>
              <a:buChar char="•"/>
            </a:pPr>
            <a:r>
              <a:rPr lang="en-US" sz="1200">
                <a:latin typeface="Georgia" panose="02040502050405020303" pitchFamily="18" charset="0"/>
              </a:rPr>
              <a:t>No audit trail: Conversations cannot be reviewed or audited for quality and regulatory compliance.</a:t>
            </a:r>
          </a:p>
          <a:p>
            <a:pPr marL="118872" indent="-118872">
              <a:spcAft>
                <a:spcPts val="400"/>
              </a:spcAft>
              <a:buFont typeface="Arial" panose="020B0604020202020204" pitchFamily="34" charset="0"/>
              <a:buChar char="•"/>
            </a:pPr>
            <a:r>
              <a:rPr lang="en-US" sz="1200">
                <a:latin typeface="Georgia" panose="02040502050405020303" pitchFamily="18" charset="0"/>
              </a:rPr>
              <a:t>No multi-step workflows: Refunds, returns, and tickets require orchestration beyond single-turn replies.</a:t>
            </a:r>
          </a:p>
        </p:txBody>
      </p:sp>
      <p:sp>
        <p:nvSpPr>
          <p:cNvPr id="16" name="Google Shape;10524;p9415">
            <a:extLst>
              <a:ext uri="{FF2B5EF4-FFF2-40B4-BE49-F238E27FC236}">
                <a16:creationId xmlns:a16="http://schemas.microsoft.com/office/drawing/2014/main" id="{829C2E7E-29FA-3F01-9CAA-1E897F425EF5}"/>
              </a:ext>
            </a:extLst>
          </p:cNvPr>
          <p:cNvSpPr txBox="1"/>
          <p:nvPr>
            <p:custDataLst>
              <p:tags r:id="rId5"/>
            </p:custDataLst>
          </p:nvPr>
        </p:nvSpPr>
        <p:spPr>
          <a:xfrm>
            <a:off x="1981966" y="4091738"/>
            <a:ext cx="9820060" cy="1828800"/>
          </a:xfrm>
          <a:prstGeom prst="rect">
            <a:avLst/>
          </a:prstGeom>
          <a:noFill/>
          <a:ln>
            <a:noFill/>
          </a:ln>
        </p:spPr>
        <p:txBody>
          <a:bodyPr spcFirstLastPara="1" wrap="square" lIns="45720" tIns="91440" rIns="45720" bIns="91440" anchor="t" anchorCtr="0">
            <a:normAutofit/>
          </a:bodyPr>
          <a:lstStyle/>
          <a:p>
            <a:pPr marL="118872" indent="-118872">
              <a:spcAft>
                <a:spcPts val="400"/>
              </a:spcAft>
              <a:buFont typeface="Arial" panose="020B0604020202020204" pitchFamily="34" charset="0"/>
              <a:buChar char="•"/>
            </a:pPr>
            <a:r>
              <a:rPr lang="en-US" sz="1200">
                <a:latin typeface="Georgia" panose="02040502050405020303" pitchFamily="18" charset="0"/>
              </a:rPr>
              <a:t>Agentic system uses multiple specialized agents collaborating via LangGraph orchestration.</a:t>
            </a:r>
          </a:p>
          <a:p>
            <a:pPr marL="118872" indent="-118872">
              <a:spcAft>
                <a:spcPts val="400"/>
              </a:spcAft>
              <a:buFont typeface="Arial" panose="020B0604020202020204" pitchFamily="34" charset="0"/>
              <a:buChar char="•"/>
            </a:pPr>
            <a:r>
              <a:rPr lang="en-US" sz="1200">
                <a:latin typeface="Georgia" panose="02040502050405020303" pitchFamily="18" charset="0"/>
              </a:rPr>
              <a:t>RAG retrieval grounds responses in real-time policy documents and verified data sources.</a:t>
            </a:r>
          </a:p>
          <a:p>
            <a:pPr marL="118872" indent="-118872">
              <a:spcAft>
                <a:spcPts val="400"/>
              </a:spcAft>
              <a:buFont typeface="Arial" panose="020B0604020202020204" pitchFamily="34" charset="0"/>
              <a:buChar char="•"/>
            </a:pPr>
            <a:r>
              <a:rPr lang="en-US" sz="1200">
                <a:latin typeface="Georgia" panose="02040502050405020303" pitchFamily="18" charset="0"/>
              </a:rPr>
              <a:t>Human-in-the-loop approval ensures safe handling of high-risk cases.</a:t>
            </a:r>
          </a:p>
          <a:p>
            <a:pPr marL="118872" indent="-118872">
              <a:spcAft>
                <a:spcPts val="400"/>
              </a:spcAft>
              <a:buFont typeface="Arial" panose="020B0604020202020204" pitchFamily="34" charset="0"/>
              <a:buChar char="•"/>
            </a:pPr>
            <a:r>
              <a:rPr lang="en-US" sz="1200">
                <a:latin typeface="Georgia" panose="02040502050405020303" pitchFamily="18" charset="0"/>
              </a:rPr>
              <a:t>Complete audit logs provide traceability and compliance evidence.</a:t>
            </a:r>
          </a:p>
          <a:p>
            <a:pPr marL="118872" indent="-118872">
              <a:spcAft>
                <a:spcPts val="400"/>
              </a:spcAft>
              <a:buFont typeface="Arial" panose="020B0604020202020204" pitchFamily="34" charset="0"/>
              <a:buChar char="•"/>
            </a:pPr>
            <a:r>
              <a:rPr lang="en-US" sz="1200">
                <a:latin typeface="Georgia" panose="02040502050405020303" pitchFamily="18" charset="0"/>
              </a:rPr>
              <a:t>Context retention across sessions prevents repeated customer explanations.</a:t>
            </a:r>
          </a:p>
          <a:p>
            <a:pPr marL="118872" indent="-118872">
              <a:spcAft>
                <a:spcPts val="400"/>
              </a:spcAft>
              <a:buFont typeface="Arial" panose="020B0604020202020204" pitchFamily="34" charset="0"/>
              <a:buChar char="•"/>
            </a:pPr>
            <a:r>
              <a:rPr lang="en-US" sz="1200">
                <a:latin typeface="Georgia" panose="02040502050405020303" pitchFamily="18" charset="0"/>
              </a:rPr>
              <a:t>Supports complex, multi-step workflows like refunds and returns seamlessly.</a:t>
            </a:r>
          </a:p>
        </p:txBody>
      </p:sp>
      <p:sp>
        <p:nvSpPr>
          <p:cNvPr id="26" name="Title 1">
            <a:extLst>
              <a:ext uri="{FF2B5EF4-FFF2-40B4-BE49-F238E27FC236}">
                <a16:creationId xmlns:a16="http://schemas.microsoft.com/office/drawing/2014/main" id="{9A1635B3-76E7-CE05-7863-63486181A50B}"/>
              </a:ext>
            </a:extLst>
          </p:cNvPr>
          <p:cNvSpPr>
            <a:spLocks noGrp="1"/>
          </p:cNvSpPr>
          <p:nvPr>
            <p:ph type="title"/>
            <p:custDataLst>
              <p:tags r:id="rId6"/>
            </p:custDataLst>
          </p:nvPr>
        </p:nvSpPr>
        <p:spPr/>
        <p:txBody>
          <a:bodyPr/>
          <a:lstStyle/>
          <a:p>
            <a:r>
              <a:rPr lang="en-US"/>
              <a:t>Off-the-Shelf Chatbots Cannot Solve This</a:t>
            </a:r>
          </a:p>
        </p:txBody>
      </p:sp>
      <p:sp>
        <p:nvSpPr>
          <p:cNvPr id="13" name="TextBox 12">
            <a:extLst>
              <a:ext uri="{FF2B5EF4-FFF2-40B4-BE49-F238E27FC236}">
                <a16:creationId xmlns:a16="http://schemas.microsoft.com/office/drawing/2014/main" id="{6DEF03CE-98B4-F0C7-5317-B6F308422903}"/>
              </a:ext>
            </a:extLst>
          </p:cNvPr>
          <p:cNvSpPr txBox="1"/>
          <p:nvPr/>
        </p:nvSpPr>
        <p:spPr>
          <a:xfrm>
            <a:off x="7315200" y="5937071"/>
            <a:ext cx="0" cy="0"/>
          </a:xfrm>
          <a:prstGeom prst="rect">
            <a:avLst/>
          </a:prstGeom>
          <a:noFill/>
        </p:spPr>
        <p:txBody>
          <a:bodyPr wrap="none" lIns="0" tIns="0" rIns="0" bIns="0" rtlCol="0">
            <a:noAutofit/>
          </a:bodyPr>
          <a:lstStyle/>
          <a:p>
            <a:pPr algn="l"/>
            <a:endParaRPr lang="en-US" sz="1600" err="1">
              <a:latin typeface="+mj-lt"/>
            </a:endParaRPr>
          </a:p>
        </p:txBody>
      </p:sp>
      <p:sp>
        <p:nvSpPr>
          <p:cNvPr id="15" name="Footer Placeholder 1">
            <a:extLst>
              <a:ext uri="{FF2B5EF4-FFF2-40B4-BE49-F238E27FC236}">
                <a16:creationId xmlns:a16="http://schemas.microsoft.com/office/drawing/2014/main" id="{0F116BBC-6243-55FC-F8FB-67450032D2EB}"/>
              </a:ext>
            </a:extLst>
          </p:cNvPr>
          <p:cNvSpPr txBox="1">
            <a:spLocks/>
          </p:cNvSpPr>
          <p:nvPr>
            <p:custDataLst>
              <p:tags r:id="rId7"/>
            </p:custDataLst>
          </p:nvPr>
        </p:nvSpPr>
        <p:spPr>
          <a:xfrm>
            <a:off x="1066800" y="6481591"/>
            <a:ext cx="8814816" cy="171450"/>
          </a:xfrm>
          <a:prstGeom prst="rect">
            <a:avLst/>
          </a:prstGeom>
        </p:spPr>
        <p:txBody>
          <a:bodyPr vert="horz" wrap="square" lIns="0" tIns="0" rIns="0" bIns="0" rtlCol="0" anchor="b" anchorCtr="0">
            <a:spAutoFit/>
          </a:bodyPr>
          <a:lstStyle>
            <a:defPPr>
              <a:defRPr lang="en-US"/>
            </a:defPPr>
            <a:lvl1pPr>
              <a:defRPr sz="1050" b="0">
                <a:solidFill>
                  <a:sysClr val="windowText" lastClr="000000"/>
                </a:solidFil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Technical Challenges</a:t>
            </a:r>
          </a:p>
        </p:txBody>
      </p:sp>
      <p:cxnSp>
        <p:nvCxnSpPr>
          <p:cNvPr id="5" name="Straight Connector 4">
            <a:extLst>
              <a:ext uri="{FF2B5EF4-FFF2-40B4-BE49-F238E27FC236}">
                <a16:creationId xmlns:a16="http://schemas.microsoft.com/office/drawing/2014/main" id="{824CACFD-738D-1996-2A9C-5184B5A1ADF5}"/>
              </a:ext>
            </a:extLst>
          </p:cNvPr>
          <p:cNvCxnSpPr>
            <a:cxnSpLocks/>
          </p:cNvCxnSpPr>
          <p:nvPr/>
        </p:nvCxnSpPr>
        <p:spPr>
          <a:xfrm>
            <a:off x="397667" y="3975682"/>
            <a:ext cx="11404359"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Google Shape;1318;p225">
            <a:extLst>
              <a:ext uri="{FF2B5EF4-FFF2-40B4-BE49-F238E27FC236}">
                <a16:creationId xmlns:a16="http://schemas.microsoft.com/office/drawing/2014/main" id="{C73422EB-DBB5-4C51-3A9F-08A9F52065F2}"/>
              </a:ext>
            </a:extLst>
          </p:cNvPr>
          <p:cNvSpPr/>
          <p:nvPr>
            <p:custDataLst>
              <p:tags r:id="rId8"/>
            </p:custDataLst>
          </p:nvPr>
        </p:nvSpPr>
        <p:spPr>
          <a:xfrm>
            <a:off x="397667" y="1254390"/>
            <a:ext cx="11404360" cy="648242"/>
          </a:xfrm>
          <a:prstGeom prst="rect">
            <a:avLst/>
          </a:prstGeom>
          <a:solidFill>
            <a:schemeClr val="accent3">
              <a:lumMod val="20000"/>
              <a:lumOff val="80000"/>
            </a:schemeClr>
          </a:solidFill>
          <a:ln>
            <a:noFill/>
          </a:ln>
        </p:spPr>
        <p:txBody>
          <a:bodyPr spcFirstLastPara="1" wrap="square" lIns="91440" tIns="45720" rIns="91440" bIns="45720" anchor="ctr" anchorCtr="0">
            <a:normAutofit/>
          </a:bodyPr>
          <a:lstStyle/>
          <a:p>
            <a:pPr marL="57149"/>
            <a:r>
              <a:rPr lang="en-US" sz="1200">
                <a:cs typeface="Arial"/>
              </a:rPr>
              <a:t>Generic LLM-based chatbots fall short in complex e-commerce support due to hallucination risks, lack of grounding, and missing escalation logic. Our agentic AI system overcomes these limitations by integrating specialized agents, human oversight, and full auditability, ensuring reliable, compliant customer interactions.</a:t>
            </a:r>
          </a:p>
        </p:txBody>
      </p:sp>
    </p:spTree>
    <p:custDataLst>
      <p:tags r:id="rId1"/>
    </p:custDataLst>
    <p:extLst>
      <p:ext uri="{BB962C8B-B14F-4D97-AF65-F5344CB8AC3E}">
        <p14:creationId xmlns:p14="http://schemas.microsoft.com/office/powerpoint/2010/main" val="2290973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22">
          <a:extLst>
            <a:ext uri="{FF2B5EF4-FFF2-40B4-BE49-F238E27FC236}">
              <a16:creationId xmlns:a16="http://schemas.microsoft.com/office/drawing/2014/main" id="{71098868-ED1C-2B11-159C-158E2F4EEC3B}"/>
            </a:ext>
          </a:extLst>
        </p:cNvPr>
        <p:cNvGrpSpPr/>
        <p:nvPr/>
      </p:nvGrpSpPr>
      <p:grpSpPr>
        <a:xfrm>
          <a:off x="0" y="0"/>
          <a:ext cx="0" cy="0"/>
          <a:chOff x="0" y="0"/>
          <a:chExt cx="0" cy="0"/>
        </a:xfrm>
      </p:grpSpPr>
      <p:sp>
        <p:nvSpPr>
          <p:cNvPr id="26" name="Title 1">
            <a:extLst>
              <a:ext uri="{FF2B5EF4-FFF2-40B4-BE49-F238E27FC236}">
                <a16:creationId xmlns:a16="http://schemas.microsoft.com/office/drawing/2014/main" id="{90E7DF8E-9671-7A1B-3CA8-8587997C1743}"/>
              </a:ext>
            </a:extLst>
          </p:cNvPr>
          <p:cNvSpPr>
            <a:spLocks noGrp="1"/>
          </p:cNvSpPr>
          <p:nvPr>
            <p:ph type="title"/>
            <p:custDataLst>
              <p:tags r:id="rId2"/>
            </p:custDataLst>
          </p:nvPr>
        </p:nvSpPr>
        <p:spPr/>
        <p:txBody>
          <a:bodyPr/>
          <a:lstStyle/>
          <a:p>
            <a:r>
              <a:rPr lang="en-US"/>
              <a:t>Specialized Agents Collaborating Like a Real Support Team</a:t>
            </a:r>
          </a:p>
        </p:txBody>
      </p:sp>
      <p:sp>
        <p:nvSpPr>
          <p:cNvPr id="15" name="Footer Placeholder 1">
            <a:extLst>
              <a:ext uri="{FF2B5EF4-FFF2-40B4-BE49-F238E27FC236}">
                <a16:creationId xmlns:a16="http://schemas.microsoft.com/office/drawing/2014/main" id="{FD36890C-FB02-99AD-5C71-70C9F5847839}"/>
              </a:ext>
            </a:extLst>
          </p:cNvPr>
          <p:cNvSpPr txBox="1">
            <a:spLocks/>
          </p:cNvSpPr>
          <p:nvPr>
            <p:custDataLst>
              <p:tags r:id="rId3"/>
            </p:custDataLst>
          </p:nvPr>
        </p:nvSpPr>
        <p:spPr>
          <a:xfrm>
            <a:off x="1066800" y="6481591"/>
            <a:ext cx="8814816" cy="171450"/>
          </a:xfrm>
          <a:prstGeom prst="rect">
            <a:avLst/>
          </a:prstGeom>
        </p:spPr>
        <p:txBody>
          <a:bodyPr vert="horz" wrap="square" lIns="0" tIns="0" rIns="0" bIns="0" rtlCol="0" anchor="b" anchorCtr="0">
            <a:spAutoFit/>
          </a:bodyPr>
          <a:lstStyle>
            <a:defPPr>
              <a:defRPr lang="en-US"/>
            </a:defPPr>
            <a:lvl1pPr>
              <a:defRPr sz="1050" b="0">
                <a:solidFill>
                  <a:sysClr val="windowText" lastClr="000000"/>
                </a:solidFil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Architecture</a:t>
            </a:r>
          </a:p>
        </p:txBody>
      </p:sp>
      <p:sp>
        <p:nvSpPr>
          <p:cNvPr id="2" name="Google Shape;1318;p225">
            <a:extLst>
              <a:ext uri="{FF2B5EF4-FFF2-40B4-BE49-F238E27FC236}">
                <a16:creationId xmlns:a16="http://schemas.microsoft.com/office/drawing/2014/main" id="{6F53862C-DDA0-ECEE-B7B6-04EF9F03503A}"/>
              </a:ext>
            </a:extLst>
          </p:cNvPr>
          <p:cNvSpPr/>
          <p:nvPr>
            <p:custDataLst>
              <p:tags r:id="rId4"/>
            </p:custDataLst>
          </p:nvPr>
        </p:nvSpPr>
        <p:spPr>
          <a:xfrm>
            <a:off x="397667" y="1254390"/>
            <a:ext cx="11404360" cy="648242"/>
          </a:xfrm>
          <a:prstGeom prst="rect">
            <a:avLst/>
          </a:prstGeom>
          <a:solidFill>
            <a:schemeClr val="accent3">
              <a:lumMod val="20000"/>
              <a:lumOff val="80000"/>
            </a:schemeClr>
          </a:solidFill>
          <a:ln>
            <a:noFill/>
          </a:ln>
        </p:spPr>
        <p:txBody>
          <a:bodyPr spcFirstLastPara="1" wrap="square" lIns="91440" tIns="45720" rIns="91440" bIns="45720" anchor="ctr" anchorCtr="0">
            <a:normAutofit/>
          </a:bodyPr>
          <a:lstStyle/>
          <a:p>
            <a:pPr marL="57149"/>
            <a:r>
              <a:rPr lang="en-US" sz="1200">
                <a:cs typeface="Arial"/>
              </a:rPr>
              <a:t>Our agentic AI architecture deploys seven specialized agents working in seamless orchestration, mirroring a real customer support team’s workflow. This design ensures precise intent understanding, grounded policy retrieval, risk-managed escalation, and automated multi-step workflows, delivering a scalable, compliant, and efficient support experience.</a:t>
            </a:r>
          </a:p>
        </p:txBody>
      </p:sp>
      <p:sp>
        <p:nvSpPr>
          <p:cNvPr id="4" name="Google Shape;10527;p9415">
            <a:extLst>
              <a:ext uri="{FF2B5EF4-FFF2-40B4-BE49-F238E27FC236}">
                <a16:creationId xmlns:a16="http://schemas.microsoft.com/office/drawing/2014/main" id="{83BE7E41-CD98-F370-2176-092EA4B0DFBF}"/>
              </a:ext>
            </a:extLst>
          </p:cNvPr>
          <p:cNvSpPr txBox="1"/>
          <p:nvPr>
            <p:custDataLst>
              <p:tags r:id="rId5"/>
            </p:custDataLst>
          </p:nvPr>
        </p:nvSpPr>
        <p:spPr>
          <a:xfrm>
            <a:off x="397667" y="2018692"/>
            <a:ext cx="1554480" cy="1365886"/>
          </a:xfrm>
          <a:prstGeom prst="rect">
            <a:avLst/>
          </a:prstGeom>
          <a:solidFill>
            <a:srgbClr val="EEEFF1"/>
          </a:solidFill>
          <a:ln>
            <a:noFill/>
          </a:ln>
        </p:spPr>
        <p:txBody>
          <a:bodyPr spcFirstLastPara="1" wrap="square" lIns="121868" tIns="60917" rIns="60917" bIns="60917" anchor="t" anchorCtr="0">
            <a:normAutofit/>
          </a:bodyPr>
          <a:lstStyle>
            <a:defPPr>
              <a:defRPr lang="en-US"/>
            </a:defPPr>
            <a:lvl1pPr>
              <a:buSzPts val="1100"/>
              <a:defRPr sz="1200" b="1"/>
            </a:lvl1pPr>
          </a:lstStyle>
          <a:p>
            <a:r>
              <a:rPr lang="en-US"/>
              <a:t>Domain-Specific Agent Roles</a:t>
            </a:r>
          </a:p>
        </p:txBody>
      </p:sp>
      <p:sp>
        <p:nvSpPr>
          <p:cNvPr id="6" name="Google Shape;10531;p9415">
            <a:extLst>
              <a:ext uri="{FF2B5EF4-FFF2-40B4-BE49-F238E27FC236}">
                <a16:creationId xmlns:a16="http://schemas.microsoft.com/office/drawing/2014/main" id="{D52BEEA8-E339-5DAA-A95F-7B613F93CD71}"/>
              </a:ext>
            </a:extLst>
          </p:cNvPr>
          <p:cNvSpPr txBox="1"/>
          <p:nvPr>
            <p:custDataLst>
              <p:tags r:id="rId6"/>
            </p:custDataLst>
          </p:nvPr>
        </p:nvSpPr>
        <p:spPr>
          <a:xfrm>
            <a:off x="397667" y="3464266"/>
            <a:ext cx="1554480" cy="1365886"/>
          </a:xfrm>
          <a:prstGeom prst="rect">
            <a:avLst/>
          </a:prstGeom>
          <a:solidFill>
            <a:srgbClr val="EEEFF1"/>
          </a:solidFill>
          <a:ln>
            <a:noFill/>
          </a:ln>
        </p:spPr>
        <p:txBody>
          <a:bodyPr spcFirstLastPara="1" wrap="square" lIns="121868" tIns="60917" rIns="60917" bIns="60917" anchor="t" anchorCtr="0">
            <a:normAutofit/>
          </a:bodyPr>
          <a:lstStyle>
            <a:defPPr>
              <a:defRPr lang="en-US"/>
            </a:defPPr>
            <a:lvl1pPr>
              <a:buSzPts val="1100"/>
              <a:defRPr sz="1200" b="1"/>
            </a:lvl1pPr>
          </a:lstStyle>
          <a:p>
            <a:r>
              <a:rPr lang="en-US"/>
              <a:t>LangGraph Orchestration &amp; Communication</a:t>
            </a:r>
          </a:p>
        </p:txBody>
      </p:sp>
      <p:sp>
        <p:nvSpPr>
          <p:cNvPr id="9" name="Google Shape;10524;p9415">
            <a:extLst>
              <a:ext uri="{FF2B5EF4-FFF2-40B4-BE49-F238E27FC236}">
                <a16:creationId xmlns:a16="http://schemas.microsoft.com/office/drawing/2014/main" id="{AC653D91-4C43-5F1F-25D3-8BB01C533594}"/>
              </a:ext>
            </a:extLst>
          </p:cNvPr>
          <p:cNvSpPr txBox="1"/>
          <p:nvPr>
            <p:custDataLst>
              <p:tags r:id="rId7"/>
            </p:custDataLst>
          </p:nvPr>
        </p:nvSpPr>
        <p:spPr>
          <a:xfrm>
            <a:off x="1974273" y="2019296"/>
            <a:ext cx="9820060" cy="1364678"/>
          </a:xfrm>
          <a:prstGeom prst="rect">
            <a:avLst/>
          </a:prstGeom>
          <a:noFill/>
          <a:ln>
            <a:noFill/>
          </a:ln>
        </p:spPr>
        <p:txBody>
          <a:bodyPr spcFirstLastPara="1" wrap="square" lIns="45720" tIns="91440" rIns="45720" bIns="91440" anchor="t" anchorCtr="0">
            <a:normAutofit/>
          </a:bodyPr>
          <a:lstStyle/>
          <a:p>
            <a:pPr marL="118872" indent="-118872">
              <a:spcAft>
                <a:spcPts val="200"/>
              </a:spcAft>
              <a:buFont typeface="Arial" panose="020B0604020202020204" pitchFamily="34" charset="0"/>
              <a:buChar char="•"/>
            </a:pPr>
            <a:r>
              <a:rPr lang="en-US" sz="1200">
                <a:latin typeface="Georgia" panose="02040502050405020303" pitchFamily="18" charset="0"/>
              </a:rPr>
              <a:t>Seven agents each specialize in key areas: intent classification, order context, policy retrieval, product advisory, workflow automation, escalation &amp; risk, and response generation.</a:t>
            </a:r>
          </a:p>
          <a:p>
            <a:pPr marL="118872" indent="-118872">
              <a:spcAft>
                <a:spcPts val="200"/>
              </a:spcAft>
              <a:buFont typeface="Arial" panose="020B0604020202020204" pitchFamily="34" charset="0"/>
              <a:buChar char="•"/>
            </a:pPr>
            <a:r>
              <a:rPr lang="en-US" sz="1200">
                <a:latin typeface="Georgia" panose="02040502050405020303" pitchFamily="18" charset="0"/>
              </a:rPr>
              <a:t>Each agent owns domain-specific tasks to enhance accuracy and accountability across the support process.</a:t>
            </a:r>
          </a:p>
          <a:p>
            <a:pPr marL="118872" indent="-118872">
              <a:spcAft>
                <a:spcPts val="200"/>
              </a:spcAft>
              <a:buFont typeface="Arial" panose="020B0604020202020204" pitchFamily="34" charset="0"/>
              <a:buChar char="•"/>
            </a:pPr>
            <a:r>
              <a:rPr lang="en-US" sz="1200">
                <a:latin typeface="Georgia" panose="02040502050405020303" pitchFamily="18" charset="0"/>
              </a:rPr>
              <a:t>Specialization reduces error rates and improves response relevance by leveraging dedicated AI models per function.</a:t>
            </a:r>
          </a:p>
        </p:txBody>
      </p:sp>
      <p:sp>
        <p:nvSpPr>
          <p:cNvPr id="10" name="Google Shape;10524;p9415">
            <a:extLst>
              <a:ext uri="{FF2B5EF4-FFF2-40B4-BE49-F238E27FC236}">
                <a16:creationId xmlns:a16="http://schemas.microsoft.com/office/drawing/2014/main" id="{0C6CF842-C87C-ED21-FAA8-D23B19280307}"/>
              </a:ext>
            </a:extLst>
          </p:cNvPr>
          <p:cNvSpPr txBox="1"/>
          <p:nvPr>
            <p:custDataLst>
              <p:tags r:id="rId8"/>
            </p:custDataLst>
          </p:nvPr>
        </p:nvSpPr>
        <p:spPr>
          <a:xfrm>
            <a:off x="1981966" y="3464266"/>
            <a:ext cx="9820060" cy="1365886"/>
          </a:xfrm>
          <a:prstGeom prst="rect">
            <a:avLst/>
          </a:prstGeom>
          <a:noFill/>
          <a:ln>
            <a:noFill/>
          </a:ln>
        </p:spPr>
        <p:txBody>
          <a:bodyPr spcFirstLastPara="1" wrap="square" lIns="45720" tIns="91440" rIns="45720" bIns="91440" anchor="t" anchorCtr="0">
            <a:normAutofit/>
          </a:bodyPr>
          <a:lstStyle/>
          <a:p>
            <a:pPr marL="118872" indent="-118872">
              <a:spcAft>
                <a:spcPts val="200"/>
              </a:spcAft>
              <a:buFont typeface="Arial" panose="020B0604020202020204" pitchFamily="34" charset="0"/>
              <a:buChar char="•"/>
            </a:pPr>
            <a:r>
              <a:rPr lang="en-US" sz="1200">
                <a:latin typeface="Georgia" panose="02040502050405020303" pitchFamily="18" charset="0"/>
              </a:rPr>
              <a:t>Agents communicate via a shared state managed by LangGraph, enabling dynamic, real-time collaboration.</a:t>
            </a:r>
          </a:p>
          <a:p>
            <a:pPr marL="118872" indent="-118872">
              <a:spcAft>
                <a:spcPts val="200"/>
              </a:spcAft>
              <a:buFont typeface="Arial" panose="020B0604020202020204" pitchFamily="34" charset="0"/>
              <a:buChar char="•"/>
            </a:pPr>
            <a:r>
              <a:rPr lang="en-US" sz="1200">
                <a:latin typeface="Georgia" panose="02040502050405020303" pitchFamily="18" charset="0"/>
              </a:rPr>
              <a:t>This orchestration ensures smooth handoffs, consolidated context sharing, and synchronized multi-step workflows.</a:t>
            </a:r>
          </a:p>
          <a:p>
            <a:pPr marL="118872" indent="-118872">
              <a:spcAft>
                <a:spcPts val="200"/>
              </a:spcAft>
              <a:buFont typeface="Arial" panose="020B0604020202020204" pitchFamily="34" charset="0"/>
              <a:buChar char="•"/>
            </a:pPr>
            <a:r>
              <a:rPr lang="en-US" sz="1200">
                <a:latin typeface="Georgia" panose="02040502050405020303" pitchFamily="18" charset="0"/>
              </a:rPr>
              <a:t>LangGraph’s architecture supports modular scalability and fault tolerance critical for enterprise deployment.</a:t>
            </a:r>
          </a:p>
        </p:txBody>
      </p:sp>
      <p:sp>
        <p:nvSpPr>
          <p:cNvPr id="11" name="TextBox 10">
            <a:extLst>
              <a:ext uri="{FF2B5EF4-FFF2-40B4-BE49-F238E27FC236}">
                <a16:creationId xmlns:a16="http://schemas.microsoft.com/office/drawing/2014/main" id="{C33BE63C-402B-34D6-B3FA-7487E2A8622F}"/>
              </a:ext>
            </a:extLst>
          </p:cNvPr>
          <p:cNvSpPr txBox="1"/>
          <p:nvPr/>
        </p:nvSpPr>
        <p:spPr>
          <a:xfrm>
            <a:off x="7315200" y="6144891"/>
            <a:ext cx="0" cy="0"/>
          </a:xfrm>
          <a:prstGeom prst="rect">
            <a:avLst/>
          </a:prstGeom>
          <a:noFill/>
        </p:spPr>
        <p:txBody>
          <a:bodyPr wrap="none" lIns="0" tIns="0" rIns="0" bIns="0" rtlCol="0">
            <a:noAutofit/>
          </a:bodyPr>
          <a:lstStyle/>
          <a:p>
            <a:pPr algn="l"/>
            <a:endParaRPr lang="en-US" sz="1600" err="1">
              <a:latin typeface="+mj-lt"/>
            </a:endParaRPr>
          </a:p>
        </p:txBody>
      </p:sp>
      <p:cxnSp>
        <p:nvCxnSpPr>
          <p:cNvPr id="12" name="Straight Connector 11">
            <a:extLst>
              <a:ext uri="{FF2B5EF4-FFF2-40B4-BE49-F238E27FC236}">
                <a16:creationId xmlns:a16="http://schemas.microsoft.com/office/drawing/2014/main" id="{8E91C051-5D6A-1D06-7DFF-0DB84A473F20}"/>
              </a:ext>
            </a:extLst>
          </p:cNvPr>
          <p:cNvCxnSpPr>
            <a:cxnSpLocks/>
          </p:cNvCxnSpPr>
          <p:nvPr/>
        </p:nvCxnSpPr>
        <p:spPr>
          <a:xfrm>
            <a:off x="397667" y="3424422"/>
            <a:ext cx="11404359"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4" name="Google Shape;10531;p9415">
            <a:extLst>
              <a:ext uri="{FF2B5EF4-FFF2-40B4-BE49-F238E27FC236}">
                <a16:creationId xmlns:a16="http://schemas.microsoft.com/office/drawing/2014/main" id="{E10E545A-6C28-EEFE-DD54-A6A02953A758}"/>
              </a:ext>
            </a:extLst>
          </p:cNvPr>
          <p:cNvSpPr txBox="1"/>
          <p:nvPr>
            <p:custDataLst>
              <p:tags r:id="rId9"/>
            </p:custDataLst>
          </p:nvPr>
        </p:nvSpPr>
        <p:spPr>
          <a:xfrm>
            <a:off x="397667" y="4909841"/>
            <a:ext cx="1554480" cy="1365886"/>
          </a:xfrm>
          <a:prstGeom prst="rect">
            <a:avLst/>
          </a:prstGeom>
          <a:solidFill>
            <a:srgbClr val="EEEFF1"/>
          </a:solidFill>
          <a:ln>
            <a:noFill/>
          </a:ln>
        </p:spPr>
        <p:txBody>
          <a:bodyPr spcFirstLastPara="1" wrap="square" lIns="121868" tIns="60917" rIns="60917" bIns="60917" anchor="t" anchorCtr="0">
            <a:normAutofit/>
          </a:bodyPr>
          <a:lstStyle>
            <a:defPPr>
              <a:defRPr lang="en-US"/>
            </a:defPPr>
            <a:lvl1pPr>
              <a:buSzPts val="1100"/>
              <a:defRPr sz="1200" b="1"/>
            </a:lvl1pPr>
          </a:lstStyle>
          <a:p>
            <a:r>
              <a:rPr lang="en-US"/>
              <a:t>Grounding, Safety &amp; Auditability</a:t>
            </a:r>
          </a:p>
        </p:txBody>
      </p:sp>
      <p:sp>
        <p:nvSpPr>
          <p:cNvPr id="17" name="Google Shape;10524;p9415">
            <a:extLst>
              <a:ext uri="{FF2B5EF4-FFF2-40B4-BE49-F238E27FC236}">
                <a16:creationId xmlns:a16="http://schemas.microsoft.com/office/drawing/2014/main" id="{7C0E621F-A09F-2705-C0CE-F7700A0AD37A}"/>
              </a:ext>
            </a:extLst>
          </p:cNvPr>
          <p:cNvSpPr txBox="1"/>
          <p:nvPr>
            <p:custDataLst>
              <p:tags r:id="rId10"/>
            </p:custDataLst>
          </p:nvPr>
        </p:nvSpPr>
        <p:spPr>
          <a:xfrm>
            <a:off x="1981966" y="4909841"/>
            <a:ext cx="9820060" cy="1365886"/>
          </a:xfrm>
          <a:prstGeom prst="rect">
            <a:avLst/>
          </a:prstGeom>
          <a:noFill/>
          <a:ln>
            <a:noFill/>
          </a:ln>
        </p:spPr>
        <p:txBody>
          <a:bodyPr spcFirstLastPara="1" wrap="square" lIns="45720" tIns="91440" rIns="45720" bIns="91440" anchor="t" anchorCtr="0">
            <a:normAutofit/>
          </a:bodyPr>
          <a:lstStyle/>
          <a:p>
            <a:pPr marL="118872" indent="-118872">
              <a:spcAft>
                <a:spcPts val="200"/>
              </a:spcAft>
              <a:buFont typeface="Arial" panose="020B0604020202020204" pitchFamily="34" charset="0"/>
              <a:buChar char="•"/>
            </a:pPr>
            <a:r>
              <a:rPr lang="en-US" sz="1200">
                <a:latin typeface="Georgia" panose="02040502050405020303" pitchFamily="18" charset="0"/>
              </a:rPr>
              <a:t>Responses are grounded in a verified knowledge base using RAG retrieval to eliminate hallucination risks.</a:t>
            </a:r>
          </a:p>
          <a:p>
            <a:pPr marL="118872" indent="-118872">
              <a:spcAft>
                <a:spcPts val="200"/>
              </a:spcAft>
              <a:buFont typeface="Arial" panose="020B0604020202020204" pitchFamily="34" charset="0"/>
              <a:buChar char="•"/>
            </a:pPr>
            <a:r>
              <a:rPr lang="en-US" sz="1200">
                <a:latin typeface="Georgia" panose="02040502050405020303" pitchFamily="18" charset="0"/>
              </a:rPr>
              <a:t>Human-in-the-Loop (HITL) approval ensures oversight on high-risk cases, balancing AI efficiency with compliance needs.</a:t>
            </a:r>
          </a:p>
          <a:p>
            <a:pPr marL="118872" indent="-118872">
              <a:spcAft>
                <a:spcPts val="200"/>
              </a:spcAft>
              <a:buFont typeface="Arial" panose="020B0604020202020204" pitchFamily="34" charset="0"/>
              <a:buChar char="•"/>
            </a:pPr>
            <a:r>
              <a:rPr lang="en-US" sz="1200">
                <a:latin typeface="Georgia" panose="02040502050405020303" pitchFamily="18" charset="0"/>
              </a:rPr>
              <a:t>Full audit trails log every decision with confidence scores, enabling traceability and regulatory compliance.</a:t>
            </a:r>
          </a:p>
        </p:txBody>
      </p:sp>
      <p:cxnSp>
        <p:nvCxnSpPr>
          <p:cNvPr id="18" name="Straight Connector 17">
            <a:extLst>
              <a:ext uri="{FF2B5EF4-FFF2-40B4-BE49-F238E27FC236}">
                <a16:creationId xmlns:a16="http://schemas.microsoft.com/office/drawing/2014/main" id="{362BD5F8-7C80-8BDD-F270-D540A32E6B30}"/>
              </a:ext>
            </a:extLst>
          </p:cNvPr>
          <p:cNvCxnSpPr>
            <a:cxnSpLocks/>
          </p:cNvCxnSpPr>
          <p:nvPr/>
        </p:nvCxnSpPr>
        <p:spPr>
          <a:xfrm>
            <a:off x="397667" y="4869996"/>
            <a:ext cx="11404359"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5BDFB94-D777-AA77-AC7B-C563D0BBABDB}"/>
              </a:ext>
            </a:extLst>
          </p:cNvPr>
          <p:cNvSpPr txBox="1"/>
          <p:nvPr/>
        </p:nvSpPr>
        <p:spPr>
          <a:xfrm>
            <a:off x="13291930" y="-79513"/>
            <a:ext cx="0" cy="0"/>
          </a:xfrm>
          <a:prstGeom prst="rect">
            <a:avLst/>
          </a:prstGeom>
          <a:noFill/>
        </p:spPr>
        <p:txBody>
          <a:bodyPr wrap="none" lIns="0" tIns="0" rIns="0" bIns="0" rtlCol="0">
            <a:noAutofit/>
          </a:bodyPr>
          <a:lstStyle/>
          <a:p>
            <a:pPr algn="l"/>
            <a:endParaRPr lang="en-US" sz="1600" err="1">
              <a:latin typeface="+mj-lt"/>
            </a:endParaRPr>
          </a:p>
        </p:txBody>
      </p:sp>
    </p:spTree>
    <p:custDataLst>
      <p:tags r:id="rId1"/>
    </p:custDataLst>
    <p:extLst>
      <p:ext uri="{BB962C8B-B14F-4D97-AF65-F5344CB8AC3E}">
        <p14:creationId xmlns:p14="http://schemas.microsoft.com/office/powerpoint/2010/main" val="2147371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522">
          <a:extLst>
            <a:ext uri="{FF2B5EF4-FFF2-40B4-BE49-F238E27FC236}">
              <a16:creationId xmlns:a16="http://schemas.microsoft.com/office/drawing/2014/main" id="{2348511F-EF4F-BA34-6B63-62249CB6E95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D74DD7D-F7ED-2FAE-5788-0A3406E4BC38}"/>
              </a:ext>
            </a:extLst>
          </p:cNvPr>
          <p:cNvSpPr txBox="1">
            <a:spLocks/>
          </p:cNvSpPr>
          <p:nvPr>
            <p:custDataLst>
              <p:tags r:id="rId2"/>
            </p:custDataLst>
          </p:nvPr>
        </p:nvSpPr>
        <p:spPr>
          <a:xfrm>
            <a:off x="1066800" y="6481591"/>
            <a:ext cx="8814816" cy="171450"/>
          </a:xfrm>
          <a:prstGeom prst="rect">
            <a:avLst/>
          </a:prstGeom>
        </p:spPr>
        <p:txBody>
          <a:bodyPr vert="horz" wrap="square" lIns="0" tIns="0" rIns="0" bIns="0" rtlCol="0" anchor="b" anchorCtr="0">
            <a:spAutoFit/>
          </a:bodyPr>
          <a:lstStyle>
            <a:defPPr>
              <a:defRPr lang="en-US"/>
            </a:defPPr>
            <a:lvl1pPr>
              <a:defRPr sz="1050" b="0">
                <a:solidFill>
                  <a:sysClr val="windowText" lastClr="000000"/>
                </a:solidFil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Architecture</a:t>
            </a:r>
          </a:p>
        </p:txBody>
      </p:sp>
      <p:sp>
        <p:nvSpPr>
          <p:cNvPr id="7" name="Text Placeholder 1">
            <a:extLst>
              <a:ext uri="{FF2B5EF4-FFF2-40B4-BE49-F238E27FC236}">
                <a16:creationId xmlns:a16="http://schemas.microsoft.com/office/drawing/2014/main" id="{4243DFAB-AC15-7477-6FD6-8B1E4DF9F5A5}"/>
              </a:ext>
            </a:extLst>
          </p:cNvPr>
          <p:cNvSpPr txBox="1">
            <a:spLocks/>
          </p:cNvSpPr>
          <p:nvPr>
            <p:custDataLst>
              <p:tags r:id="rId3"/>
            </p:custDataLst>
          </p:nvPr>
        </p:nvSpPr>
        <p:spPr>
          <a:xfrm>
            <a:off x="397667" y="1202401"/>
            <a:ext cx="6369065" cy="436444"/>
          </a:xfrm>
          <a:prstGeom prst="rect">
            <a:avLst/>
          </a:prstGeom>
          <a:noFill/>
          <a:ln>
            <a:noFill/>
          </a:ln>
        </p:spPr>
        <p:txBody>
          <a:bodyPr spcFirstLastPara="1" wrap="square" lIns="18288" tIns="18288" rIns="18288" bIns="18288" anchor="b" anchorCtr="0">
            <a:normAutofit/>
          </a:bodyPr>
          <a:lstStyle>
            <a:defPPr>
              <a:defRPr lang="en-US"/>
            </a:defPPr>
            <a:lvl1pPr>
              <a:defRPr sz="1200" b="1">
                <a:solidFill>
                  <a:srgbClr val="FFFFFF"/>
                </a:solidFil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a:solidFill>
                  <a:schemeClr val="tx1"/>
                </a:solidFill>
              </a:rPr>
              <a:t>Customer Message Flow Through Multi-Agent System</a:t>
            </a:r>
          </a:p>
        </p:txBody>
      </p:sp>
      <p:graphicFrame>
        <p:nvGraphicFramePr>
          <p:cNvPr id="9" name="Content Placeholder 8">
            <a:extLst>
              <a:ext uri="{FF2B5EF4-FFF2-40B4-BE49-F238E27FC236}">
                <a16:creationId xmlns:a16="http://schemas.microsoft.com/office/drawing/2014/main" id="{3E979D60-B93B-46CD-29AD-74DF69DF1707}"/>
              </a:ext>
            </a:extLst>
          </p:cNvPr>
          <p:cNvGraphicFramePr>
            <a:graphicFrameLocks/>
          </p:cNvGraphicFramePr>
          <p:nvPr>
            <p:custDataLst>
              <p:tags r:id="rId4"/>
            </p:custDataLst>
          </p:nvPr>
        </p:nvGraphicFramePr>
        <p:xfrm>
          <a:off x="404502" y="1719961"/>
          <a:ext cx="6557130" cy="4522797"/>
        </p:xfrm>
        <a:graphic>
          <a:graphicData uri="http://schemas.openxmlformats.org/drawingml/2006/chart">
            <c:chart xmlns:c="http://schemas.openxmlformats.org/drawingml/2006/chart" xmlns:r="http://schemas.openxmlformats.org/officeDocument/2006/relationships" r:id="rId12"/>
          </a:graphicData>
        </a:graphic>
      </p:graphicFrame>
      <p:sp>
        <p:nvSpPr>
          <p:cNvPr id="10" name="Rectangle 9">
            <a:extLst>
              <a:ext uri="{FF2B5EF4-FFF2-40B4-BE49-F238E27FC236}">
                <a16:creationId xmlns:a16="http://schemas.microsoft.com/office/drawing/2014/main" id="{25CC954E-D582-B00F-F9B1-A27615C5813C}"/>
              </a:ext>
            </a:extLst>
          </p:cNvPr>
          <p:cNvSpPr/>
          <p:nvPr>
            <p:custDataLst>
              <p:tags r:id="rId5"/>
            </p:custDataLst>
          </p:nvPr>
        </p:nvSpPr>
        <p:spPr>
          <a:xfrm>
            <a:off x="4039658" y="3266855"/>
            <a:ext cx="2033026" cy="537762"/>
          </a:xfrm>
          <a:prstGeom prst="rect">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45720" tIns="18288" rIns="45720" bIns="18288" rtlCol="0" anchor="ctr">
            <a:normAutofit/>
          </a:bodyPr>
          <a:lstStyle/>
          <a:p>
            <a:pPr algn="ctr">
              <a:spcAft>
                <a:spcPts val="1200"/>
              </a:spcAft>
            </a:pPr>
            <a:r>
              <a:rPr lang="en-US" sz="1000">
                <a:solidFill>
                  <a:schemeClr val="tx1"/>
                </a:solidFill>
                <a:latin typeface="Georgia" panose="02040502050405020303" pitchFamily="18" charset="0"/>
              </a:rPr>
              <a:t>Customer messages flow through 7 agents, ensuring accuracy, risk mitigation, and compliance.</a:t>
            </a:r>
          </a:p>
        </p:txBody>
      </p:sp>
      <p:sp>
        <p:nvSpPr>
          <p:cNvPr id="6" name="Google Shape;1591;p315">
            <a:extLst>
              <a:ext uri="{FF2B5EF4-FFF2-40B4-BE49-F238E27FC236}">
                <a16:creationId xmlns:a16="http://schemas.microsoft.com/office/drawing/2014/main" id="{44E36DEA-2890-0EC9-7C15-29ADD2230582}"/>
              </a:ext>
            </a:extLst>
          </p:cNvPr>
          <p:cNvSpPr/>
          <p:nvPr/>
        </p:nvSpPr>
        <p:spPr>
          <a:xfrm>
            <a:off x="7156704" y="0"/>
            <a:ext cx="5035295" cy="6858000"/>
          </a:xfrm>
          <a:prstGeom prst="rect">
            <a:avLst/>
          </a:prstGeom>
          <a:solidFill>
            <a:srgbClr val="F5F7F8"/>
          </a:solidFill>
          <a:ln>
            <a:noFill/>
          </a:ln>
        </p:spPr>
        <p:txBody>
          <a:bodyPr spcFirstLastPara="1" wrap="square" lIns="121868" tIns="60917" rIns="121868" bIns="60917"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2132"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5" name="Rectangle 14">
            <a:extLst>
              <a:ext uri="{FF2B5EF4-FFF2-40B4-BE49-F238E27FC236}">
                <a16:creationId xmlns:a16="http://schemas.microsoft.com/office/drawing/2014/main" id="{7C076C82-8F38-2487-110A-4D575C400B45}"/>
              </a:ext>
            </a:extLst>
          </p:cNvPr>
          <p:cNvSpPr/>
          <p:nvPr>
            <p:custDataLst>
              <p:tags r:id="rId6"/>
            </p:custDataLst>
          </p:nvPr>
        </p:nvSpPr>
        <p:spPr>
          <a:xfrm>
            <a:off x="7425174" y="1731947"/>
            <a:ext cx="4376853" cy="2876836"/>
          </a:xfrm>
          <a:prstGeom prst="rect">
            <a:avLst/>
          </a:prstGeom>
          <a:noFill/>
          <a:ln>
            <a:noFill/>
          </a:ln>
        </p:spPr>
        <p:txBody>
          <a:bodyPr spcFirstLastPara="1" wrap="square" lIns="18288" tIns="18288" rIns="18288" bIns="18288" anchor="t" anchorCtr="0">
            <a:normAutofit/>
          </a:bodyPr>
          <a:lstStyle/>
          <a:p>
            <a:pPr marL="118872" indent="-118872">
              <a:spcAft>
                <a:spcPts val="600"/>
              </a:spcAft>
              <a:buFont typeface="Arial" panose="020B0604020202020204" pitchFamily="34" charset="0"/>
              <a:buChar char="•"/>
            </a:pPr>
            <a:r>
              <a:rPr lang="en-US" sz="1200">
                <a:solidFill>
                  <a:schemeClr val="tx1"/>
                </a:solidFill>
                <a:latin typeface="Georgia" panose="02040502050405020303" pitchFamily="18" charset="0"/>
              </a:rPr>
              <a:t>Intent Classifier accurately identifies customer needs and sentiment to start the process.</a:t>
            </a:r>
          </a:p>
          <a:p>
            <a:pPr marL="118872" indent="-118872">
              <a:spcAft>
                <a:spcPts val="600"/>
              </a:spcAft>
              <a:buFont typeface="Arial" panose="020B0604020202020204" pitchFamily="34" charset="0"/>
              <a:buChar char="•"/>
            </a:pPr>
            <a:r>
              <a:rPr lang="en-US" sz="1200">
                <a:solidFill>
                  <a:schemeClr val="tx1"/>
                </a:solidFill>
                <a:latin typeface="Georgia" panose="02040502050405020303" pitchFamily="18" charset="0"/>
              </a:rPr>
              <a:t>LangGraph orchestrates communication among agents, maintaining shared state and workflows.</a:t>
            </a:r>
          </a:p>
          <a:p>
            <a:pPr marL="118872" indent="-118872">
              <a:spcAft>
                <a:spcPts val="600"/>
              </a:spcAft>
              <a:buFont typeface="Arial" panose="020B0604020202020204" pitchFamily="34" charset="0"/>
              <a:buChar char="•"/>
            </a:pPr>
            <a:r>
              <a:rPr lang="en-US" sz="1200">
                <a:solidFill>
                  <a:schemeClr val="tx1"/>
                </a:solidFill>
                <a:latin typeface="Georgia" panose="02040502050405020303" pitchFamily="18" charset="0"/>
              </a:rPr>
              <a:t>Order Context and Policy Retrieval ground responses with live data and verified policies from the RAG layer.</a:t>
            </a:r>
          </a:p>
          <a:p>
            <a:pPr marL="118872" indent="-118872">
              <a:spcAft>
                <a:spcPts val="600"/>
              </a:spcAft>
              <a:buFont typeface="Arial" panose="020B0604020202020204" pitchFamily="34" charset="0"/>
              <a:buChar char="•"/>
            </a:pPr>
            <a:r>
              <a:rPr lang="en-US" sz="1200">
                <a:solidFill>
                  <a:schemeClr val="tx1"/>
                </a:solidFill>
                <a:latin typeface="Georgia" panose="02040502050405020303" pitchFamily="18" charset="0"/>
              </a:rPr>
              <a:t>Escalation &amp; Risk agent applies risk scoring with HITL queue for compliance and quality control.</a:t>
            </a:r>
          </a:p>
          <a:p>
            <a:pPr marL="118872" indent="-118872">
              <a:spcAft>
                <a:spcPts val="600"/>
              </a:spcAft>
              <a:buFont typeface="Arial" panose="020B0604020202020204" pitchFamily="34" charset="0"/>
              <a:buChar char="•"/>
            </a:pPr>
            <a:r>
              <a:rPr lang="en-US" sz="1200">
                <a:solidFill>
                  <a:schemeClr val="tx1"/>
                </a:solidFill>
                <a:latin typeface="Georgia" panose="02040502050405020303" pitchFamily="18" charset="0"/>
              </a:rPr>
              <a:t>Response Generation consolidates inputs, cites policies, matches tone, and logs all decisions in audit trail.</a:t>
            </a:r>
          </a:p>
        </p:txBody>
      </p:sp>
      <p:sp>
        <p:nvSpPr>
          <p:cNvPr id="16" name="Google Shape;10527;p9415">
            <a:extLst>
              <a:ext uri="{FF2B5EF4-FFF2-40B4-BE49-F238E27FC236}">
                <a16:creationId xmlns:a16="http://schemas.microsoft.com/office/drawing/2014/main" id="{99DAA937-0045-EBE9-F7F5-57669A6F2C91}"/>
              </a:ext>
            </a:extLst>
          </p:cNvPr>
          <p:cNvSpPr txBox="1"/>
          <p:nvPr>
            <p:custDataLst>
              <p:tags r:id="rId7"/>
            </p:custDataLst>
          </p:nvPr>
        </p:nvSpPr>
        <p:spPr>
          <a:xfrm>
            <a:off x="7424928" y="1202401"/>
            <a:ext cx="4381321" cy="394297"/>
          </a:xfrm>
          <a:prstGeom prst="rect">
            <a:avLst/>
          </a:prstGeom>
          <a:noFill/>
          <a:ln>
            <a:noFill/>
          </a:ln>
        </p:spPr>
        <p:txBody>
          <a:bodyPr spcFirstLastPara="1" wrap="square" lIns="18288" tIns="18288" rIns="18288" bIns="18288" anchor="b" anchorCtr="0">
            <a:normAutofit/>
          </a:bodyPr>
          <a:lstStyle>
            <a:defPPr>
              <a:defRPr lang="en-US"/>
            </a:defPPr>
            <a:lvl1pPr>
              <a:buSzPts val="1100"/>
              <a:defRPr sz="1200" b="1">
                <a:solidFill>
                  <a:srgbClr val="FFFFFF"/>
                </a:solidFill>
              </a:defRPr>
            </a:lvl1pPr>
          </a:lstStyle>
          <a:p>
            <a:r>
              <a:rPr lang="en-US">
                <a:solidFill>
                  <a:schemeClr val="tx1"/>
                </a:solidFill>
              </a:rPr>
              <a:t>Flow Analysis and Key Benefits</a:t>
            </a:r>
          </a:p>
        </p:txBody>
      </p:sp>
      <p:sp>
        <p:nvSpPr>
          <p:cNvPr id="17" name="Google Shape;1318;p225">
            <a:extLst>
              <a:ext uri="{FF2B5EF4-FFF2-40B4-BE49-F238E27FC236}">
                <a16:creationId xmlns:a16="http://schemas.microsoft.com/office/drawing/2014/main" id="{D604C50E-2795-15DE-A19A-3C68F1DBC060}"/>
              </a:ext>
            </a:extLst>
          </p:cNvPr>
          <p:cNvSpPr/>
          <p:nvPr>
            <p:custDataLst>
              <p:tags r:id="rId8"/>
            </p:custDataLst>
          </p:nvPr>
        </p:nvSpPr>
        <p:spPr>
          <a:xfrm>
            <a:off x="7424928" y="4744032"/>
            <a:ext cx="4381321" cy="1498725"/>
          </a:xfrm>
          <a:prstGeom prst="rect">
            <a:avLst/>
          </a:prstGeom>
          <a:noFill/>
          <a:ln>
            <a:noFill/>
          </a:ln>
        </p:spPr>
        <p:txBody>
          <a:bodyPr spcFirstLastPara="1" wrap="square" lIns="18288" tIns="18288" rIns="18288" bIns="18288" anchor="b" anchorCtr="0">
            <a:normAutofit/>
          </a:bodyPr>
          <a:lstStyle/>
          <a:p>
            <a:pPr>
              <a:lnSpc>
                <a:spcPct val="115000"/>
              </a:lnSpc>
            </a:pPr>
            <a:r>
              <a:rPr lang="en-US" sz="1200" b="1"/>
              <a:t>Our 7-agent system processes customer messages through specialized roles, using LangGraph orchestration and RAG grounding to deliver accurate, compliant, and personalized support with human oversight and auditability.</a:t>
            </a:r>
          </a:p>
        </p:txBody>
      </p:sp>
      <p:sp>
        <p:nvSpPr>
          <p:cNvPr id="5" name="Title 1">
            <a:extLst>
              <a:ext uri="{FF2B5EF4-FFF2-40B4-BE49-F238E27FC236}">
                <a16:creationId xmlns:a16="http://schemas.microsoft.com/office/drawing/2014/main" id="{1995945B-C15F-5055-B465-B72B4DBB81BC}"/>
              </a:ext>
            </a:extLst>
          </p:cNvPr>
          <p:cNvSpPr>
            <a:spLocks noGrp="1"/>
          </p:cNvSpPr>
          <p:nvPr>
            <p:ph type="title"/>
            <p:custDataLst>
              <p:tags r:id="rId9"/>
            </p:custDataLst>
          </p:nvPr>
        </p:nvSpPr>
        <p:spPr/>
        <p:txBody>
          <a:bodyPr/>
          <a:lstStyle/>
          <a:p>
            <a:r>
              <a:rPr lang="en-US"/>
              <a:t>How Customer Messages Flow Through 7 Agents</a:t>
            </a:r>
          </a:p>
        </p:txBody>
      </p:sp>
    </p:spTree>
    <p:custDataLst>
      <p:tags r:id="rId1"/>
    </p:custDataLst>
    <p:extLst>
      <p:ext uri="{BB962C8B-B14F-4D97-AF65-F5344CB8AC3E}">
        <p14:creationId xmlns:p14="http://schemas.microsoft.com/office/powerpoint/2010/main" val="2474424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22">
          <a:extLst>
            <a:ext uri="{FF2B5EF4-FFF2-40B4-BE49-F238E27FC236}">
              <a16:creationId xmlns:a16="http://schemas.microsoft.com/office/drawing/2014/main" id="{B980869B-AA18-AA14-5D15-6AF7EE60F44B}"/>
            </a:ext>
          </a:extLst>
        </p:cNvPr>
        <p:cNvGrpSpPr/>
        <p:nvPr/>
      </p:nvGrpSpPr>
      <p:grpSpPr>
        <a:xfrm>
          <a:off x="0" y="0"/>
          <a:ext cx="0" cy="0"/>
          <a:chOff x="0" y="0"/>
          <a:chExt cx="0" cy="0"/>
        </a:xfrm>
      </p:grpSpPr>
      <p:sp>
        <p:nvSpPr>
          <p:cNvPr id="26" name="Title 1">
            <a:extLst>
              <a:ext uri="{FF2B5EF4-FFF2-40B4-BE49-F238E27FC236}">
                <a16:creationId xmlns:a16="http://schemas.microsoft.com/office/drawing/2014/main" id="{ACE69792-094D-3353-B061-8092F1D7633A}"/>
              </a:ext>
            </a:extLst>
          </p:cNvPr>
          <p:cNvSpPr>
            <a:spLocks noGrp="1"/>
          </p:cNvSpPr>
          <p:nvPr>
            <p:ph type="title"/>
            <p:custDataLst>
              <p:tags r:id="rId2"/>
            </p:custDataLst>
          </p:nvPr>
        </p:nvSpPr>
        <p:spPr/>
        <p:txBody>
          <a:bodyPr/>
          <a:lstStyle/>
          <a:p>
            <a:r>
              <a:rPr lang="en-US"/>
              <a:t>Understanding What the Customer Actually Wants</a:t>
            </a:r>
          </a:p>
        </p:txBody>
      </p:sp>
      <p:sp>
        <p:nvSpPr>
          <p:cNvPr id="15" name="Footer Placeholder 1">
            <a:extLst>
              <a:ext uri="{FF2B5EF4-FFF2-40B4-BE49-F238E27FC236}">
                <a16:creationId xmlns:a16="http://schemas.microsoft.com/office/drawing/2014/main" id="{5AC4912A-42FF-845D-4FBA-7591BFF7A80C}"/>
              </a:ext>
            </a:extLst>
          </p:cNvPr>
          <p:cNvSpPr txBox="1">
            <a:spLocks/>
          </p:cNvSpPr>
          <p:nvPr>
            <p:custDataLst>
              <p:tags r:id="rId3"/>
            </p:custDataLst>
          </p:nvPr>
        </p:nvSpPr>
        <p:spPr>
          <a:xfrm>
            <a:off x="1066800" y="6481591"/>
            <a:ext cx="8814816" cy="171450"/>
          </a:xfrm>
          <a:prstGeom prst="rect">
            <a:avLst/>
          </a:prstGeom>
        </p:spPr>
        <p:txBody>
          <a:bodyPr vert="horz" wrap="square" lIns="0" tIns="0" rIns="0" bIns="0" rtlCol="0" anchor="b" anchorCtr="0">
            <a:spAutoFit/>
          </a:bodyPr>
          <a:lstStyle>
            <a:defPPr>
              <a:defRPr lang="en-US"/>
            </a:defPPr>
            <a:lvl1pPr>
              <a:defRPr sz="1050" b="0">
                <a:solidFill>
                  <a:sysClr val="windowText" lastClr="000000"/>
                </a:solidFil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Agents</a:t>
            </a:r>
          </a:p>
        </p:txBody>
      </p:sp>
      <p:sp>
        <p:nvSpPr>
          <p:cNvPr id="2" name="Google Shape;481;p83">
            <a:extLst>
              <a:ext uri="{FF2B5EF4-FFF2-40B4-BE49-F238E27FC236}">
                <a16:creationId xmlns:a16="http://schemas.microsoft.com/office/drawing/2014/main" id="{666D00A1-D668-3C90-084E-93127FB56042}"/>
              </a:ext>
            </a:extLst>
          </p:cNvPr>
          <p:cNvSpPr txBox="1"/>
          <p:nvPr>
            <p:custDataLst>
              <p:tags r:id="rId4"/>
            </p:custDataLst>
          </p:nvPr>
        </p:nvSpPr>
        <p:spPr>
          <a:xfrm>
            <a:off x="6333767" y="1145656"/>
            <a:ext cx="5276342" cy="5109320"/>
          </a:xfrm>
          <a:prstGeom prst="rect">
            <a:avLst/>
          </a:prstGeom>
          <a:solidFill>
            <a:srgbClr val="EEEFF1"/>
          </a:solidFill>
          <a:ln>
            <a:noFill/>
          </a:ln>
        </p:spPr>
        <p:txBody>
          <a:bodyPr spcFirstLastPara="1" wrap="square" lIns="182880" tIns="1005840" rIns="91440" bIns="91440" anchor="t" anchorCtr="0">
            <a:noAutofit/>
          </a:bodyPr>
          <a:lstStyle/>
          <a:p>
            <a:r>
              <a:rPr lang="en-US" sz="1400" b="1"/>
              <a:t>Example Input and Output JSON Structure</a:t>
            </a:r>
          </a:p>
        </p:txBody>
      </p:sp>
      <p:sp>
        <p:nvSpPr>
          <p:cNvPr id="6" name="Google Shape;481;p83">
            <a:extLst>
              <a:ext uri="{FF2B5EF4-FFF2-40B4-BE49-F238E27FC236}">
                <a16:creationId xmlns:a16="http://schemas.microsoft.com/office/drawing/2014/main" id="{13883402-A300-DD90-31A9-22712C033292}"/>
              </a:ext>
            </a:extLst>
          </p:cNvPr>
          <p:cNvSpPr txBox="1"/>
          <p:nvPr>
            <p:custDataLst>
              <p:tags r:id="rId5"/>
            </p:custDataLst>
          </p:nvPr>
        </p:nvSpPr>
        <p:spPr>
          <a:xfrm>
            <a:off x="397666" y="1145656"/>
            <a:ext cx="5276343" cy="5109320"/>
          </a:xfrm>
          <a:prstGeom prst="rect">
            <a:avLst/>
          </a:prstGeom>
          <a:solidFill>
            <a:schemeClr val="accent3">
              <a:lumMod val="20000"/>
              <a:lumOff val="80000"/>
            </a:schemeClr>
          </a:solidFill>
          <a:ln>
            <a:noFill/>
          </a:ln>
        </p:spPr>
        <p:txBody>
          <a:bodyPr spcFirstLastPara="1" wrap="square" lIns="182880" tIns="1005840" rIns="91440" bIns="91440" anchor="t" anchorCtr="0">
            <a:noAutofit/>
          </a:bodyPr>
          <a:lstStyle/>
          <a:p>
            <a:r>
              <a:rPr lang="en-US" sz="1400" b="1"/>
              <a:t>Intent Classifier Overview and Capabilities</a:t>
            </a:r>
          </a:p>
        </p:txBody>
      </p:sp>
      <p:sp>
        <p:nvSpPr>
          <p:cNvPr id="11" name="Rectangle 10">
            <a:extLst>
              <a:ext uri="{FF2B5EF4-FFF2-40B4-BE49-F238E27FC236}">
                <a16:creationId xmlns:a16="http://schemas.microsoft.com/office/drawing/2014/main" id="{8BDEA6A0-F458-767F-9E1C-BCD6B874191D}"/>
              </a:ext>
            </a:extLst>
          </p:cNvPr>
          <p:cNvSpPr/>
          <p:nvPr>
            <p:custDataLst>
              <p:tags r:id="rId6"/>
            </p:custDataLst>
          </p:nvPr>
        </p:nvSpPr>
        <p:spPr>
          <a:xfrm>
            <a:off x="581891" y="2524990"/>
            <a:ext cx="5276344" cy="3571009"/>
          </a:xfrm>
          <a:prstGeom prst="rect">
            <a:avLst/>
          </a:prstGeom>
          <a:solidFill>
            <a:schemeClr val="bg1"/>
          </a:solidFill>
          <a:ln w="12700">
            <a:solidFill>
              <a:srgbClr val="CBD1D6"/>
            </a:solidFill>
          </a:ln>
        </p:spPr>
        <p:style>
          <a:lnRef idx="2">
            <a:schemeClr val="accent1">
              <a:shade val="15000"/>
            </a:schemeClr>
          </a:lnRef>
          <a:fillRef idx="1">
            <a:schemeClr val="accent1"/>
          </a:fillRef>
          <a:effectRef idx="0">
            <a:schemeClr val="accent1"/>
          </a:effectRef>
          <a:fontRef idx="minor">
            <a:schemeClr val="lt1"/>
          </a:fontRef>
        </p:style>
        <p:txBody>
          <a:bodyPr lIns="182880" tIns="91440" rIns="182880" bIns="91440" rtlCol="0" anchor="t">
            <a:normAutofit/>
          </a:bodyPr>
          <a:lstStyle/>
          <a:p>
            <a:pPr marL="118872" indent="-118872">
              <a:spcAft>
                <a:spcPts val="600"/>
              </a:spcAft>
              <a:buFont typeface="Arial" panose="020B0604020202020204" pitchFamily="34" charset="0"/>
              <a:buChar char="•"/>
            </a:pPr>
            <a:r>
              <a:rPr lang="en-US" sz="1200">
                <a:solidFill>
                  <a:schemeClr val="tx1"/>
                </a:solidFill>
                <a:latin typeface="Georgia" panose="02040502050405020303" pitchFamily="18" charset="0"/>
              </a:rPr>
              <a:t>Developed and owned by Ashish, combining project leadership with orchestration expertise.</a:t>
            </a:r>
          </a:p>
          <a:p>
            <a:pPr marL="118872" indent="-118872">
              <a:spcAft>
                <a:spcPts val="600"/>
              </a:spcAft>
              <a:buFont typeface="Arial" panose="020B0604020202020204" pitchFamily="34" charset="0"/>
              <a:buChar char="•"/>
            </a:pPr>
            <a:r>
              <a:rPr lang="en-US" sz="1200">
                <a:solidFill>
                  <a:schemeClr val="tx1"/>
                </a:solidFill>
                <a:latin typeface="Georgia" panose="02040502050405020303" pitchFamily="18" charset="0"/>
              </a:rPr>
              <a:t>Powered by OpenAI GPT-4o, leveraging advanced natural language understanding.</a:t>
            </a:r>
          </a:p>
          <a:p>
            <a:pPr marL="118872" indent="-118872">
              <a:spcAft>
                <a:spcPts val="600"/>
              </a:spcAft>
              <a:buFont typeface="Arial" panose="020B0604020202020204" pitchFamily="34" charset="0"/>
              <a:buChar char="•"/>
            </a:pPr>
            <a:r>
              <a:rPr lang="en-US" sz="1200">
                <a:solidFill>
                  <a:schemeClr val="tx1"/>
                </a:solidFill>
                <a:latin typeface="Georgia" panose="02040502050405020303" pitchFamily="18" charset="0"/>
              </a:rPr>
              <a:t>Classifies customer queries into 9 distinct intents, including order tracking, return requests, refunds, warranty, coupons, delivery complaints, damaged products, product inquiries, and order modifications.</a:t>
            </a:r>
          </a:p>
          <a:p>
            <a:pPr marL="118872" indent="-118872">
              <a:spcAft>
                <a:spcPts val="600"/>
              </a:spcAft>
              <a:buFont typeface="Arial" panose="020B0604020202020204" pitchFamily="34" charset="0"/>
              <a:buChar char="•"/>
            </a:pPr>
            <a:r>
              <a:rPr lang="en-US" sz="1200">
                <a:solidFill>
                  <a:schemeClr val="tx1"/>
                </a:solidFill>
                <a:latin typeface="Georgia" panose="02040502050405020303" pitchFamily="18" charset="0"/>
              </a:rPr>
              <a:t>Extracts additional metadata: sentiment polarity, urgency level, and confidence score to prioritize handling.</a:t>
            </a:r>
          </a:p>
          <a:p>
            <a:pPr marL="118872" indent="-118872">
              <a:spcAft>
                <a:spcPts val="600"/>
              </a:spcAft>
              <a:buFont typeface="Arial" panose="020B0604020202020204" pitchFamily="34" charset="0"/>
              <a:buChar char="•"/>
            </a:pPr>
            <a:r>
              <a:rPr lang="en-US" sz="1200">
                <a:solidFill>
                  <a:schemeClr val="tx1"/>
                </a:solidFill>
                <a:latin typeface="Georgia" panose="02040502050405020303" pitchFamily="18" charset="0"/>
              </a:rPr>
              <a:t>Serves as the routing foundation, driving all subsequent agent actions and workflows.</a:t>
            </a:r>
          </a:p>
        </p:txBody>
      </p:sp>
      <p:sp>
        <p:nvSpPr>
          <p:cNvPr id="12" name="Rectangle 11">
            <a:extLst>
              <a:ext uri="{FF2B5EF4-FFF2-40B4-BE49-F238E27FC236}">
                <a16:creationId xmlns:a16="http://schemas.microsoft.com/office/drawing/2014/main" id="{095826BD-76AA-8784-2078-B4B2463D5976}"/>
              </a:ext>
            </a:extLst>
          </p:cNvPr>
          <p:cNvSpPr/>
          <p:nvPr>
            <p:custDataLst>
              <p:tags r:id="rId7"/>
            </p:custDataLst>
          </p:nvPr>
        </p:nvSpPr>
        <p:spPr>
          <a:xfrm>
            <a:off x="6483005" y="2524990"/>
            <a:ext cx="5276344" cy="3571009"/>
          </a:xfrm>
          <a:prstGeom prst="rect">
            <a:avLst/>
          </a:prstGeom>
          <a:solidFill>
            <a:schemeClr val="bg1"/>
          </a:solidFill>
          <a:ln w="12700">
            <a:solidFill>
              <a:srgbClr val="CBD1D6"/>
            </a:solidFill>
          </a:ln>
        </p:spPr>
        <p:style>
          <a:lnRef idx="2">
            <a:schemeClr val="accent1">
              <a:shade val="15000"/>
            </a:schemeClr>
          </a:lnRef>
          <a:fillRef idx="1">
            <a:schemeClr val="accent1"/>
          </a:fillRef>
          <a:effectRef idx="0">
            <a:schemeClr val="accent1"/>
          </a:effectRef>
          <a:fontRef idx="minor">
            <a:schemeClr val="lt1"/>
          </a:fontRef>
        </p:style>
        <p:txBody>
          <a:bodyPr lIns="182880" tIns="91440" rIns="182880" bIns="91440" rtlCol="0" anchor="t">
            <a:normAutofit/>
          </a:bodyPr>
          <a:lstStyle/>
          <a:p>
            <a:pPr marL="118872" indent="-118872">
              <a:spcAft>
                <a:spcPts val="600"/>
              </a:spcAft>
              <a:buFont typeface="Arial" panose="020B0604020202020204" pitchFamily="34" charset="0"/>
              <a:buChar char="•"/>
            </a:pPr>
            <a:r>
              <a:rPr lang="en-US" sz="1200">
                <a:solidFill>
                  <a:schemeClr val="tx1"/>
                </a:solidFill>
                <a:latin typeface="Georgia" panose="02040502050405020303" pitchFamily="18" charset="0"/>
              </a:rPr>
              <a:t>Developed and owned by Ashish, combining project leadership with orchestration expertise.</a:t>
            </a:r>
          </a:p>
          <a:p>
            <a:pPr marL="118872" indent="-118872">
              <a:spcAft>
                <a:spcPts val="600"/>
              </a:spcAft>
              <a:buFont typeface="Arial" panose="020B0604020202020204" pitchFamily="34" charset="0"/>
              <a:buChar char="•"/>
            </a:pPr>
            <a:r>
              <a:rPr lang="en-US" sz="1200">
                <a:solidFill>
                  <a:schemeClr val="tx1"/>
                </a:solidFill>
                <a:latin typeface="Georgia" panose="02040502050405020303" pitchFamily="18" charset="0"/>
              </a:rPr>
              <a:t>Powered by OpenAI GPT-4o, leveraging advanced natural language understanding.</a:t>
            </a:r>
          </a:p>
          <a:p>
            <a:pPr marL="118872" indent="-118872">
              <a:spcAft>
                <a:spcPts val="600"/>
              </a:spcAft>
              <a:buFont typeface="Arial" panose="020B0604020202020204" pitchFamily="34" charset="0"/>
              <a:buChar char="•"/>
            </a:pPr>
            <a:r>
              <a:rPr lang="en-US" sz="1200">
                <a:solidFill>
                  <a:schemeClr val="tx1"/>
                </a:solidFill>
                <a:latin typeface="Georgia" panose="02040502050405020303" pitchFamily="18" charset="0"/>
              </a:rPr>
              <a:t>Classifies customer queries into 9 distinct intents, including order tracking, return requests, refunds, warranty, coupons, delivery complaints, damaged products, product inquiries, and order modifications.</a:t>
            </a:r>
          </a:p>
          <a:p>
            <a:pPr marL="118872" indent="-118872">
              <a:spcAft>
                <a:spcPts val="600"/>
              </a:spcAft>
              <a:buFont typeface="Arial" panose="020B0604020202020204" pitchFamily="34" charset="0"/>
              <a:buChar char="•"/>
            </a:pPr>
            <a:r>
              <a:rPr lang="en-US" sz="1200">
                <a:solidFill>
                  <a:schemeClr val="tx1"/>
                </a:solidFill>
                <a:latin typeface="Georgia" panose="02040502050405020303" pitchFamily="18" charset="0"/>
              </a:rPr>
              <a:t>Extracts additional metadata: sentiment polarity, urgency level, and confidence score to prioritize handling.</a:t>
            </a:r>
          </a:p>
          <a:p>
            <a:pPr marL="118872" indent="-118872">
              <a:spcAft>
                <a:spcPts val="600"/>
              </a:spcAft>
              <a:buFont typeface="Arial" panose="020B0604020202020204" pitchFamily="34" charset="0"/>
              <a:buChar char="•"/>
            </a:pPr>
            <a:r>
              <a:rPr lang="en-US" sz="1200">
                <a:solidFill>
                  <a:schemeClr val="tx1"/>
                </a:solidFill>
                <a:latin typeface="Georgia" panose="02040502050405020303" pitchFamily="18" charset="0"/>
              </a:rPr>
              <a:t>Serves as the routing foundation, driving all subsequent agent actions and workflows.</a:t>
            </a:r>
          </a:p>
        </p:txBody>
      </p:sp>
      <p:pic>
        <p:nvPicPr>
          <p:cNvPr id="17" name="Graphic 16">
            <a:extLst>
              <a:ext uri="{FF2B5EF4-FFF2-40B4-BE49-F238E27FC236}">
                <a16:creationId xmlns:a16="http://schemas.microsoft.com/office/drawing/2014/main" id="{50CB9CA5-18C5-20F8-5E17-43075BB8EB1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685943" y="1236950"/>
            <a:ext cx="914400" cy="914400"/>
          </a:xfrm>
          <a:prstGeom prst="rect">
            <a:avLst/>
          </a:prstGeom>
        </p:spPr>
      </p:pic>
      <p:pic>
        <p:nvPicPr>
          <p:cNvPr id="18" name="Graphic 17">
            <a:extLst>
              <a:ext uri="{FF2B5EF4-FFF2-40B4-BE49-F238E27FC236}">
                <a16:creationId xmlns:a16="http://schemas.microsoft.com/office/drawing/2014/main" id="{7186B9DF-E1BC-B83A-550F-71D208389DE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614823" y="1236950"/>
            <a:ext cx="914400" cy="914400"/>
          </a:xfrm>
          <a:prstGeom prst="rect">
            <a:avLst/>
          </a:prstGeom>
        </p:spPr>
      </p:pic>
    </p:spTree>
    <p:custDataLst>
      <p:tags r:id="rId1"/>
    </p:custDataLst>
    <p:extLst>
      <p:ext uri="{BB962C8B-B14F-4D97-AF65-F5344CB8AC3E}">
        <p14:creationId xmlns:p14="http://schemas.microsoft.com/office/powerpoint/2010/main" val="1563357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22">
          <a:extLst>
            <a:ext uri="{FF2B5EF4-FFF2-40B4-BE49-F238E27FC236}">
              <a16:creationId xmlns:a16="http://schemas.microsoft.com/office/drawing/2014/main" id="{028A882E-E058-40D8-D920-BBA1A7BB2BEB}"/>
            </a:ext>
          </a:extLst>
        </p:cNvPr>
        <p:cNvGrpSpPr/>
        <p:nvPr/>
      </p:nvGrpSpPr>
      <p:grpSpPr>
        <a:xfrm>
          <a:off x="0" y="0"/>
          <a:ext cx="0" cy="0"/>
          <a:chOff x="0" y="0"/>
          <a:chExt cx="0" cy="0"/>
        </a:xfrm>
      </p:grpSpPr>
      <p:sp>
        <p:nvSpPr>
          <p:cNvPr id="26" name="Title 1">
            <a:extLst>
              <a:ext uri="{FF2B5EF4-FFF2-40B4-BE49-F238E27FC236}">
                <a16:creationId xmlns:a16="http://schemas.microsoft.com/office/drawing/2014/main" id="{84F22AA8-57B2-C78A-8787-4D35ED6BEA76}"/>
              </a:ext>
            </a:extLst>
          </p:cNvPr>
          <p:cNvSpPr>
            <a:spLocks noGrp="1"/>
          </p:cNvSpPr>
          <p:nvPr>
            <p:ph type="title"/>
            <p:custDataLst>
              <p:tags r:id="rId2"/>
            </p:custDataLst>
          </p:nvPr>
        </p:nvSpPr>
        <p:spPr/>
        <p:txBody>
          <a:bodyPr/>
          <a:lstStyle/>
          <a:p>
            <a:r>
              <a:rPr lang="en-US"/>
              <a:t>Live Order, Payment, and Shipment Context</a:t>
            </a:r>
          </a:p>
        </p:txBody>
      </p:sp>
      <p:sp>
        <p:nvSpPr>
          <p:cNvPr id="13" name="TextBox 12">
            <a:extLst>
              <a:ext uri="{FF2B5EF4-FFF2-40B4-BE49-F238E27FC236}">
                <a16:creationId xmlns:a16="http://schemas.microsoft.com/office/drawing/2014/main" id="{284773D2-9D8F-0220-934E-52CB26B91D16}"/>
              </a:ext>
            </a:extLst>
          </p:cNvPr>
          <p:cNvSpPr txBox="1"/>
          <p:nvPr/>
        </p:nvSpPr>
        <p:spPr>
          <a:xfrm>
            <a:off x="7315200" y="6570921"/>
            <a:ext cx="0" cy="0"/>
          </a:xfrm>
          <a:prstGeom prst="rect">
            <a:avLst/>
          </a:prstGeom>
          <a:noFill/>
        </p:spPr>
        <p:txBody>
          <a:bodyPr wrap="none" lIns="0" tIns="0" rIns="0" bIns="0" rtlCol="0">
            <a:noAutofit/>
          </a:bodyPr>
          <a:lstStyle/>
          <a:p>
            <a:pPr algn="l"/>
            <a:endParaRPr lang="en-US" sz="1600" err="1">
              <a:latin typeface="+mj-lt"/>
            </a:endParaRPr>
          </a:p>
        </p:txBody>
      </p:sp>
      <p:sp>
        <p:nvSpPr>
          <p:cNvPr id="2" name="Footer Placeholder 1">
            <a:extLst>
              <a:ext uri="{FF2B5EF4-FFF2-40B4-BE49-F238E27FC236}">
                <a16:creationId xmlns:a16="http://schemas.microsoft.com/office/drawing/2014/main" id="{27BB0163-A818-9967-2833-006B70006C5E}"/>
              </a:ext>
            </a:extLst>
          </p:cNvPr>
          <p:cNvSpPr txBox="1">
            <a:spLocks/>
          </p:cNvSpPr>
          <p:nvPr>
            <p:custDataLst>
              <p:tags r:id="rId3"/>
            </p:custDataLst>
          </p:nvPr>
        </p:nvSpPr>
        <p:spPr>
          <a:xfrm>
            <a:off x="1066800" y="6481591"/>
            <a:ext cx="8814816" cy="171450"/>
          </a:xfrm>
          <a:prstGeom prst="rect">
            <a:avLst/>
          </a:prstGeom>
        </p:spPr>
        <p:txBody>
          <a:bodyPr vert="horz" wrap="square" lIns="0" tIns="0" rIns="0" bIns="0" rtlCol="0" anchor="b" anchorCtr="0">
            <a:spAutoFit/>
          </a:bodyPr>
          <a:lstStyle>
            <a:defPPr>
              <a:defRPr lang="en-US"/>
            </a:defPPr>
            <a:lvl1pPr>
              <a:defRPr sz="1050" b="0">
                <a:solidFill>
                  <a:sysClr val="windowText" lastClr="000000"/>
                </a:solidFil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Agents</a:t>
            </a:r>
          </a:p>
        </p:txBody>
      </p:sp>
      <p:sp>
        <p:nvSpPr>
          <p:cNvPr id="5" name="Google Shape;10527;p9415">
            <a:extLst>
              <a:ext uri="{FF2B5EF4-FFF2-40B4-BE49-F238E27FC236}">
                <a16:creationId xmlns:a16="http://schemas.microsoft.com/office/drawing/2014/main" id="{FA6C2EFA-D865-022F-7461-F5556ACCCC15}"/>
              </a:ext>
            </a:extLst>
          </p:cNvPr>
          <p:cNvSpPr txBox="1"/>
          <p:nvPr/>
        </p:nvSpPr>
        <p:spPr>
          <a:xfrm>
            <a:off x="400048" y="2094341"/>
            <a:ext cx="5705856" cy="4012613"/>
          </a:xfrm>
          <a:prstGeom prst="rect">
            <a:avLst/>
          </a:prstGeom>
          <a:solidFill>
            <a:srgbClr val="FFE8D4"/>
          </a:solidFill>
          <a:ln>
            <a:noFill/>
          </a:ln>
        </p:spPr>
        <p:txBody>
          <a:bodyPr spcFirstLastPara="1" wrap="square" lIns="91440" tIns="1280160" rIns="91440" bIns="91440" anchor="t" anchorCtr="0">
            <a:normAutofit/>
          </a:bodyPr>
          <a:lstStyle>
            <a:defPPr>
              <a:defRPr lang="en-US"/>
            </a:defPPr>
            <a:lvl1pPr>
              <a:buSzPts val="1100"/>
              <a:defRPr sz="1200" b="1"/>
            </a:lvl1pPr>
          </a:lstStyle>
          <a:p>
            <a:endParaRPr lang="en-US" sz="1400"/>
          </a:p>
        </p:txBody>
      </p:sp>
      <p:sp>
        <p:nvSpPr>
          <p:cNvPr id="11" name="Google Shape;10531;p9415">
            <a:extLst>
              <a:ext uri="{FF2B5EF4-FFF2-40B4-BE49-F238E27FC236}">
                <a16:creationId xmlns:a16="http://schemas.microsoft.com/office/drawing/2014/main" id="{A4B20CEC-4D65-AAB7-4148-358546D2E429}"/>
              </a:ext>
            </a:extLst>
          </p:cNvPr>
          <p:cNvSpPr txBox="1"/>
          <p:nvPr/>
        </p:nvSpPr>
        <p:spPr>
          <a:xfrm>
            <a:off x="6096001" y="2093771"/>
            <a:ext cx="5705476" cy="4013249"/>
          </a:xfrm>
          <a:prstGeom prst="rect">
            <a:avLst/>
          </a:prstGeom>
          <a:solidFill>
            <a:srgbClr val="EEEFF1"/>
          </a:solidFill>
          <a:ln>
            <a:noFill/>
          </a:ln>
        </p:spPr>
        <p:txBody>
          <a:bodyPr spcFirstLastPara="1" wrap="square" lIns="91440" tIns="1280160" rIns="91440" bIns="91440" anchor="t" anchorCtr="0">
            <a:normAutofit/>
          </a:bodyPr>
          <a:lstStyle>
            <a:defPPr>
              <a:defRPr lang="en-US"/>
            </a:defPPr>
            <a:lvl1pPr>
              <a:buSzPts val="1100"/>
              <a:defRPr sz="1200" b="1"/>
            </a:lvl1pPr>
          </a:lstStyle>
          <a:p>
            <a:endParaRPr lang="en-US" sz="1400"/>
          </a:p>
        </p:txBody>
      </p:sp>
      <p:pic>
        <p:nvPicPr>
          <p:cNvPr id="14" name="Graphic 13">
            <a:extLst>
              <a:ext uri="{FF2B5EF4-FFF2-40B4-BE49-F238E27FC236}">
                <a16:creationId xmlns:a16="http://schemas.microsoft.com/office/drawing/2014/main" id="{D0712367-A447-149C-8B88-EA52D5B910D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127916" y="2164003"/>
            <a:ext cx="914400" cy="914400"/>
          </a:xfrm>
          <a:prstGeom prst="rect">
            <a:avLst/>
          </a:prstGeom>
        </p:spPr>
      </p:pic>
      <p:pic>
        <p:nvPicPr>
          <p:cNvPr id="15" name="Graphic 14">
            <a:extLst>
              <a:ext uri="{FF2B5EF4-FFF2-40B4-BE49-F238E27FC236}">
                <a16:creationId xmlns:a16="http://schemas.microsoft.com/office/drawing/2014/main" id="{FB023359-7477-843B-FB6F-9A51438B9FA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820973" y="2147421"/>
            <a:ext cx="914400" cy="914400"/>
          </a:xfrm>
          <a:prstGeom prst="rect">
            <a:avLst/>
          </a:prstGeom>
        </p:spPr>
      </p:pic>
      <p:sp>
        <p:nvSpPr>
          <p:cNvPr id="19" name="Google Shape;1318;p225">
            <a:extLst>
              <a:ext uri="{FF2B5EF4-FFF2-40B4-BE49-F238E27FC236}">
                <a16:creationId xmlns:a16="http://schemas.microsoft.com/office/drawing/2014/main" id="{CC910B81-0848-BCF2-DB5F-BA32121E27F6}"/>
              </a:ext>
            </a:extLst>
          </p:cNvPr>
          <p:cNvSpPr/>
          <p:nvPr>
            <p:custDataLst>
              <p:tags r:id="rId4"/>
            </p:custDataLst>
          </p:nvPr>
        </p:nvSpPr>
        <p:spPr>
          <a:xfrm>
            <a:off x="397667" y="1290694"/>
            <a:ext cx="11404359" cy="630936"/>
          </a:xfrm>
          <a:prstGeom prst="rect">
            <a:avLst/>
          </a:prstGeom>
          <a:noFill/>
          <a:ln>
            <a:noFill/>
          </a:ln>
        </p:spPr>
        <p:txBody>
          <a:bodyPr spcFirstLastPara="1" wrap="square" lIns="0" tIns="0" rIns="0" bIns="0" anchor="t" anchorCtr="0">
            <a:normAutofit/>
          </a:bodyPr>
          <a:lstStyle/>
          <a:p>
            <a:pPr>
              <a:lnSpc>
                <a:spcPct val="115000"/>
              </a:lnSpc>
            </a:pPr>
            <a:r>
              <a:rPr lang="en-US" sz="1200"/>
              <a:t>The Order Context agent centralizes and dynamically retrieves comprehensive customer order data, enabling personalized, accurate, and timely support responses. This data-driven approach powers all order-aware interactions, ensuring consistency and operational scalability without code changes when moving to production.</a:t>
            </a:r>
          </a:p>
        </p:txBody>
      </p:sp>
      <p:sp>
        <p:nvSpPr>
          <p:cNvPr id="3" name="Google Shape;10524;p9415">
            <a:extLst>
              <a:ext uri="{FF2B5EF4-FFF2-40B4-BE49-F238E27FC236}">
                <a16:creationId xmlns:a16="http://schemas.microsoft.com/office/drawing/2014/main" id="{63935E81-93F6-5477-79CF-C2C0E6E54642}"/>
              </a:ext>
            </a:extLst>
          </p:cNvPr>
          <p:cNvSpPr txBox="1"/>
          <p:nvPr>
            <p:custDataLst>
              <p:tags r:id="rId5"/>
            </p:custDataLst>
          </p:nvPr>
        </p:nvSpPr>
        <p:spPr>
          <a:xfrm>
            <a:off x="410329" y="3061821"/>
            <a:ext cx="5695573" cy="2933734"/>
          </a:xfrm>
          <a:prstGeom prst="rect">
            <a:avLst/>
          </a:prstGeom>
          <a:noFill/>
          <a:ln>
            <a:noFill/>
          </a:ln>
        </p:spPr>
        <p:txBody>
          <a:bodyPr spcFirstLastPara="1" wrap="square" lIns="182880" tIns="91440" rIns="182880" bIns="45720" anchor="t" anchorCtr="0">
            <a:normAutofit/>
          </a:bodyPr>
          <a:lstStyle/>
          <a:p>
            <a:pPr marL="173736" indent="-173736">
              <a:spcAft>
                <a:spcPts val="600"/>
              </a:spcAft>
              <a:buFont typeface="Arial" panose="020B0604020202020204" pitchFamily="34" charset="0"/>
              <a:buChar char="•"/>
            </a:pPr>
            <a:r>
              <a:rPr lang="en-US" sz="1200">
                <a:latin typeface="+mj-lt"/>
              </a:rPr>
              <a:t>Owned by Pallavi, responsible for integrating mock APIs and workflow automation.</a:t>
            </a:r>
          </a:p>
          <a:p>
            <a:pPr marL="173736" indent="-173736">
              <a:spcAft>
                <a:spcPts val="600"/>
              </a:spcAft>
              <a:buFont typeface="Arial" panose="020B0604020202020204" pitchFamily="34" charset="0"/>
              <a:buChar char="•"/>
            </a:pPr>
            <a:r>
              <a:rPr lang="en-US" sz="1200">
                <a:latin typeface="+mj-lt"/>
              </a:rPr>
              <a:t>Retrieves live order, payment, shipment, and CRM history to provide a unified customer view.</a:t>
            </a:r>
          </a:p>
          <a:p>
            <a:pPr marL="173736" indent="-173736">
              <a:spcAft>
                <a:spcPts val="600"/>
              </a:spcAft>
              <a:buFont typeface="Arial" panose="020B0604020202020204" pitchFamily="34" charset="0"/>
              <a:buChar char="•"/>
            </a:pPr>
            <a:r>
              <a:rPr lang="en-US" sz="1200">
                <a:latin typeface="+mj-lt"/>
              </a:rPr>
              <a:t>Handles data for 55 customers, 140+ orders, and over 12,500 lines of mock data to simulate real-world scale.</a:t>
            </a:r>
          </a:p>
          <a:p>
            <a:pPr marL="173736" indent="-173736">
              <a:spcAft>
                <a:spcPts val="600"/>
              </a:spcAft>
              <a:buFont typeface="Arial" panose="020B0604020202020204" pitchFamily="34" charset="0"/>
              <a:buChar char="•"/>
            </a:pPr>
            <a:r>
              <a:rPr lang="en-US" sz="1200">
                <a:latin typeface="+mj-lt"/>
              </a:rPr>
              <a:t>Designed for production-ready flexibility: data layer can switch to Azure Cosmos DB without code changes.</a:t>
            </a:r>
          </a:p>
          <a:p>
            <a:pPr marL="173736" indent="-173736">
              <a:spcAft>
                <a:spcPts val="600"/>
              </a:spcAft>
              <a:buFont typeface="Arial" panose="020B0604020202020204" pitchFamily="34" charset="0"/>
              <a:buChar char="•"/>
            </a:pPr>
            <a:r>
              <a:rPr lang="en-US" sz="1200">
                <a:latin typeface="+mj-lt"/>
              </a:rPr>
              <a:t>Supports all order-aware responses, enhancing personalization and accuracy in customer support.</a:t>
            </a:r>
          </a:p>
        </p:txBody>
      </p:sp>
      <p:sp>
        <p:nvSpPr>
          <p:cNvPr id="4" name="Google Shape;10524;p9415">
            <a:extLst>
              <a:ext uri="{FF2B5EF4-FFF2-40B4-BE49-F238E27FC236}">
                <a16:creationId xmlns:a16="http://schemas.microsoft.com/office/drawing/2014/main" id="{6F8CCF6C-0C11-5F54-ABAE-048CF77E4FF6}"/>
              </a:ext>
            </a:extLst>
          </p:cNvPr>
          <p:cNvSpPr txBox="1"/>
          <p:nvPr>
            <p:custDataLst>
              <p:tags r:id="rId6"/>
            </p:custDataLst>
          </p:nvPr>
        </p:nvSpPr>
        <p:spPr>
          <a:xfrm>
            <a:off x="6094862" y="3061821"/>
            <a:ext cx="5696712" cy="2933734"/>
          </a:xfrm>
          <a:prstGeom prst="rect">
            <a:avLst/>
          </a:prstGeom>
          <a:noFill/>
          <a:ln>
            <a:noFill/>
          </a:ln>
        </p:spPr>
        <p:txBody>
          <a:bodyPr spcFirstLastPara="1" wrap="square" lIns="182880" tIns="91440" rIns="182880" bIns="45720" anchor="t" anchorCtr="0">
            <a:normAutofit/>
          </a:bodyPr>
          <a:lstStyle/>
          <a:p>
            <a:pPr marL="173736" indent="-173736">
              <a:spcAft>
                <a:spcPts val="600"/>
              </a:spcAft>
              <a:buFont typeface="Arial" panose="020B0604020202020204" pitchFamily="34" charset="0"/>
              <a:buChar char="•"/>
            </a:pPr>
            <a:r>
              <a:rPr lang="en-US" sz="1200">
                <a:latin typeface="+mj-lt"/>
              </a:rPr>
              <a:t>Detailed view includes order dates, payment confirmations, shipment status, and delivery ETA.</a:t>
            </a:r>
          </a:p>
          <a:p>
            <a:pPr marL="173736" indent="-173736">
              <a:spcAft>
                <a:spcPts val="600"/>
              </a:spcAft>
              <a:buFont typeface="Arial" panose="020B0604020202020204" pitchFamily="34" charset="0"/>
              <a:buChar char="•"/>
            </a:pPr>
            <a:r>
              <a:rPr lang="en-US" sz="1200">
                <a:latin typeface="+mj-lt"/>
              </a:rPr>
              <a:t>Shows historical order interactions to provide context for repeat inquiries and issue resolution.</a:t>
            </a:r>
          </a:p>
          <a:p>
            <a:pPr marL="173736" indent="-173736">
              <a:spcAft>
                <a:spcPts val="600"/>
              </a:spcAft>
              <a:buFont typeface="Arial" panose="020B0604020202020204" pitchFamily="34" charset="0"/>
              <a:buChar char="•"/>
            </a:pPr>
            <a:r>
              <a:rPr lang="en-US" sz="1200">
                <a:latin typeface="+mj-lt"/>
              </a:rPr>
              <a:t>Visual timeline highlights key events such as order placed, payment received, shipped, and delivered.</a:t>
            </a:r>
          </a:p>
          <a:p>
            <a:pPr marL="173736" indent="-173736">
              <a:spcAft>
                <a:spcPts val="600"/>
              </a:spcAft>
              <a:buFont typeface="Arial" panose="020B0604020202020204" pitchFamily="34" charset="0"/>
              <a:buChar char="•"/>
            </a:pPr>
            <a:r>
              <a:rPr lang="en-US" sz="1200">
                <a:latin typeface="+mj-lt"/>
              </a:rPr>
              <a:t>Enables agents to quickly identify delays or issues impacting customer satisfaction.</a:t>
            </a:r>
          </a:p>
          <a:p>
            <a:pPr marL="173736" indent="-173736">
              <a:spcAft>
                <a:spcPts val="600"/>
              </a:spcAft>
              <a:buFont typeface="Arial" panose="020B0604020202020204" pitchFamily="34" charset="0"/>
              <a:buChar char="•"/>
            </a:pPr>
            <a:r>
              <a:rPr lang="en-US" sz="1200">
                <a:latin typeface="+mj-lt"/>
              </a:rPr>
              <a:t>Facilitates seamless customer conversations through timely and relevant information.</a:t>
            </a:r>
          </a:p>
        </p:txBody>
      </p:sp>
      <p:sp>
        <p:nvSpPr>
          <p:cNvPr id="6" name="Google Shape;10527;p9415">
            <a:extLst>
              <a:ext uri="{FF2B5EF4-FFF2-40B4-BE49-F238E27FC236}">
                <a16:creationId xmlns:a16="http://schemas.microsoft.com/office/drawing/2014/main" id="{87B205D2-FF17-FDF6-076D-F03550E9FDA3}"/>
              </a:ext>
            </a:extLst>
          </p:cNvPr>
          <p:cNvSpPr txBox="1"/>
          <p:nvPr>
            <p:custDataLst>
              <p:tags r:id="rId7"/>
            </p:custDataLst>
          </p:nvPr>
        </p:nvSpPr>
        <p:spPr>
          <a:xfrm>
            <a:off x="400046" y="2415128"/>
            <a:ext cx="4791454" cy="589573"/>
          </a:xfrm>
          <a:prstGeom prst="rect">
            <a:avLst/>
          </a:prstGeom>
          <a:noFill/>
          <a:ln>
            <a:noFill/>
          </a:ln>
        </p:spPr>
        <p:txBody>
          <a:bodyPr spcFirstLastPara="1" wrap="square" lIns="182880" tIns="0" rIns="182880" bIns="0" anchor="b" anchorCtr="0">
            <a:normAutofit/>
          </a:bodyPr>
          <a:lstStyle>
            <a:defPPr>
              <a:defRPr lang="en-US"/>
            </a:defPPr>
            <a:lvl1pPr>
              <a:buSzPts val="1100"/>
              <a:defRPr sz="1200" b="1"/>
            </a:lvl1pPr>
          </a:lstStyle>
          <a:p>
            <a:r>
              <a:rPr lang="en-US" sz="1400"/>
              <a:t>Order Context Agent Capabilities</a:t>
            </a:r>
          </a:p>
        </p:txBody>
      </p:sp>
      <p:sp>
        <p:nvSpPr>
          <p:cNvPr id="7" name="Google Shape;10531;p9415">
            <a:extLst>
              <a:ext uri="{FF2B5EF4-FFF2-40B4-BE49-F238E27FC236}">
                <a16:creationId xmlns:a16="http://schemas.microsoft.com/office/drawing/2014/main" id="{1FC34421-F26E-50ED-3169-858789A8DEBC}"/>
              </a:ext>
            </a:extLst>
          </p:cNvPr>
          <p:cNvSpPr txBox="1"/>
          <p:nvPr>
            <p:custDataLst>
              <p:tags r:id="rId8"/>
            </p:custDataLst>
          </p:nvPr>
        </p:nvSpPr>
        <p:spPr>
          <a:xfrm>
            <a:off x="6095619" y="2414694"/>
            <a:ext cx="4791454" cy="589666"/>
          </a:xfrm>
          <a:prstGeom prst="rect">
            <a:avLst/>
          </a:prstGeom>
          <a:noFill/>
          <a:ln>
            <a:noFill/>
          </a:ln>
        </p:spPr>
        <p:txBody>
          <a:bodyPr spcFirstLastPara="1" wrap="square" lIns="182880" tIns="0" rIns="182880" bIns="0" anchor="b" anchorCtr="0">
            <a:normAutofit/>
          </a:bodyPr>
          <a:lstStyle>
            <a:defPPr>
              <a:defRPr lang="en-US"/>
            </a:defPPr>
            <a:lvl1pPr>
              <a:buSzPts val="1100"/>
              <a:defRPr sz="1200" b="1"/>
            </a:lvl1pPr>
          </a:lstStyle>
          <a:p>
            <a:r>
              <a:rPr lang="en-US" sz="1400"/>
              <a:t>Sample Customer Profile &amp; Order Timeline</a:t>
            </a:r>
          </a:p>
        </p:txBody>
      </p:sp>
    </p:spTree>
    <p:custDataLst>
      <p:tags r:id="rId1"/>
    </p:custDataLst>
    <p:extLst>
      <p:ext uri="{BB962C8B-B14F-4D97-AF65-F5344CB8AC3E}">
        <p14:creationId xmlns:p14="http://schemas.microsoft.com/office/powerpoint/2010/main" val="1309497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522">
          <a:extLst>
            <a:ext uri="{FF2B5EF4-FFF2-40B4-BE49-F238E27FC236}">
              <a16:creationId xmlns:a16="http://schemas.microsoft.com/office/drawing/2014/main" id="{DB7D5AC6-F757-4046-1A66-1DC94573E2C2}"/>
            </a:ext>
          </a:extLst>
        </p:cNvPr>
        <p:cNvGrpSpPr/>
        <p:nvPr/>
      </p:nvGrpSpPr>
      <p:grpSpPr>
        <a:xfrm>
          <a:off x="0" y="0"/>
          <a:ext cx="0" cy="0"/>
          <a:chOff x="0" y="0"/>
          <a:chExt cx="0" cy="0"/>
        </a:xfrm>
      </p:grpSpPr>
      <p:sp>
        <p:nvSpPr>
          <p:cNvPr id="9" name="Google Shape;10526;p9415">
            <a:extLst>
              <a:ext uri="{FF2B5EF4-FFF2-40B4-BE49-F238E27FC236}">
                <a16:creationId xmlns:a16="http://schemas.microsoft.com/office/drawing/2014/main" id="{DEA9E8BF-BE66-DFEB-F6EF-F12332FCB754}"/>
              </a:ext>
            </a:extLst>
          </p:cNvPr>
          <p:cNvSpPr/>
          <p:nvPr/>
        </p:nvSpPr>
        <p:spPr>
          <a:xfrm>
            <a:off x="921796" y="2139110"/>
            <a:ext cx="155448" cy="155448"/>
          </a:xfrm>
          <a:prstGeom prst="rtTriangle">
            <a:avLst/>
          </a:prstGeom>
          <a:solidFill>
            <a:schemeClr val="accent5"/>
          </a:solidFill>
          <a:ln>
            <a:solidFill>
              <a:schemeClr val="accent6"/>
            </a:solidFill>
          </a:ln>
        </p:spPr>
        <p:txBody>
          <a:bodyPr spcFirstLastPara="1" wrap="square" lIns="91410" tIns="91410" rIns="91410" bIns="91410" anchor="ctr" anchorCtr="0">
            <a:noAutofit/>
          </a:bodyPr>
          <a:lstStyle/>
          <a:p>
            <a:pPr>
              <a:buSzPts val="1100"/>
            </a:pPr>
            <a:endParaRPr sz="1466"/>
          </a:p>
        </p:txBody>
      </p:sp>
      <p:sp>
        <p:nvSpPr>
          <p:cNvPr id="10" name="Google Shape;10530;p9415">
            <a:extLst>
              <a:ext uri="{FF2B5EF4-FFF2-40B4-BE49-F238E27FC236}">
                <a16:creationId xmlns:a16="http://schemas.microsoft.com/office/drawing/2014/main" id="{AEE97866-49CD-355C-6EBA-27FFC6B68639}"/>
              </a:ext>
            </a:extLst>
          </p:cNvPr>
          <p:cNvSpPr/>
          <p:nvPr/>
        </p:nvSpPr>
        <p:spPr>
          <a:xfrm>
            <a:off x="6747922" y="2139110"/>
            <a:ext cx="155448" cy="155448"/>
          </a:xfrm>
          <a:prstGeom prst="rtTriangle">
            <a:avLst/>
          </a:prstGeom>
          <a:solidFill>
            <a:schemeClr val="accent5"/>
          </a:solidFill>
          <a:ln>
            <a:solidFill>
              <a:schemeClr val="accent6"/>
            </a:solidFill>
          </a:ln>
        </p:spPr>
        <p:txBody>
          <a:bodyPr spcFirstLastPara="1" wrap="square" lIns="91410" tIns="91410" rIns="91410" bIns="91410" anchor="ctr" anchorCtr="0">
            <a:noAutofit/>
          </a:bodyPr>
          <a:lstStyle/>
          <a:p>
            <a:pPr>
              <a:buSzPts val="1100"/>
            </a:pPr>
            <a:endParaRPr sz="1466"/>
          </a:p>
        </p:txBody>
      </p:sp>
      <p:sp>
        <p:nvSpPr>
          <p:cNvPr id="10527" name="Google Shape;10527;p9415">
            <a:extLst>
              <a:ext uri="{FF2B5EF4-FFF2-40B4-BE49-F238E27FC236}">
                <a16:creationId xmlns:a16="http://schemas.microsoft.com/office/drawing/2014/main" id="{79C2A23E-24AD-CF12-6FF7-E35E7BCBA761}"/>
              </a:ext>
            </a:extLst>
          </p:cNvPr>
          <p:cNvSpPr txBox="1"/>
          <p:nvPr>
            <p:custDataLst>
              <p:tags r:id="rId2"/>
            </p:custDataLst>
          </p:nvPr>
        </p:nvSpPr>
        <p:spPr>
          <a:xfrm>
            <a:off x="922545" y="2294125"/>
            <a:ext cx="5047488" cy="394297"/>
          </a:xfrm>
          <a:prstGeom prst="rect">
            <a:avLst/>
          </a:prstGeom>
          <a:solidFill>
            <a:schemeClr val="accent1"/>
          </a:solidFill>
          <a:ln>
            <a:noFill/>
          </a:ln>
        </p:spPr>
        <p:txBody>
          <a:bodyPr spcFirstLastPara="1" wrap="square" lIns="121868" tIns="60917" rIns="60917" bIns="60917" anchor="ctr" anchorCtr="0">
            <a:normAutofit/>
          </a:bodyPr>
          <a:lstStyle/>
          <a:p>
            <a:pPr>
              <a:buSzPts val="1100"/>
            </a:pPr>
            <a:r>
              <a:rPr lang="en-US" sz="1200" b="1">
                <a:solidFill>
                  <a:srgbClr val="FFFFFF"/>
                </a:solidFill>
              </a:rPr>
              <a:t>Agent Design and Capabilities</a:t>
            </a:r>
          </a:p>
        </p:txBody>
      </p:sp>
      <p:sp>
        <p:nvSpPr>
          <p:cNvPr id="10531" name="Google Shape;10531;p9415">
            <a:extLst>
              <a:ext uri="{FF2B5EF4-FFF2-40B4-BE49-F238E27FC236}">
                <a16:creationId xmlns:a16="http://schemas.microsoft.com/office/drawing/2014/main" id="{864C3245-F59F-531A-DC55-E861D9E329F3}"/>
              </a:ext>
            </a:extLst>
          </p:cNvPr>
          <p:cNvSpPr txBox="1"/>
          <p:nvPr>
            <p:custDataLst>
              <p:tags r:id="rId3"/>
            </p:custDataLst>
          </p:nvPr>
        </p:nvSpPr>
        <p:spPr>
          <a:xfrm>
            <a:off x="6742809" y="2294774"/>
            <a:ext cx="5047488" cy="394297"/>
          </a:xfrm>
          <a:prstGeom prst="rect">
            <a:avLst/>
          </a:prstGeom>
          <a:solidFill>
            <a:schemeClr val="accent2"/>
          </a:solidFill>
          <a:ln>
            <a:noFill/>
          </a:ln>
        </p:spPr>
        <p:txBody>
          <a:bodyPr spcFirstLastPara="1" wrap="square" lIns="121868" tIns="60917" rIns="60917" bIns="60917" anchor="ctr" anchorCtr="0">
            <a:normAutofit/>
          </a:bodyPr>
          <a:lstStyle/>
          <a:p>
            <a:pPr>
              <a:buSzPts val="1100"/>
            </a:pPr>
            <a:r>
              <a:rPr lang="en-US" sz="1200" b="1">
                <a:solidFill>
                  <a:srgbClr val="FFFFFF"/>
                </a:solidFill>
              </a:rPr>
              <a:t>Query to Response Workflow</a:t>
            </a:r>
          </a:p>
        </p:txBody>
      </p:sp>
      <p:sp>
        <p:nvSpPr>
          <p:cNvPr id="10524" name="Google Shape;10524;p9415">
            <a:extLst>
              <a:ext uri="{FF2B5EF4-FFF2-40B4-BE49-F238E27FC236}">
                <a16:creationId xmlns:a16="http://schemas.microsoft.com/office/drawing/2014/main" id="{D631A1CE-4BEA-7C1E-E006-6C58A1E9AFB6}"/>
              </a:ext>
            </a:extLst>
          </p:cNvPr>
          <p:cNvSpPr txBox="1"/>
          <p:nvPr>
            <p:custDataLst>
              <p:tags r:id="rId4"/>
            </p:custDataLst>
          </p:nvPr>
        </p:nvSpPr>
        <p:spPr>
          <a:xfrm>
            <a:off x="397667" y="2688608"/>
            <a:ext cx="5568696" cy="2970354"/>
          </a:xfrm>
          <a:prstGeom prst="rect">
            <a:avLst/>
          </a:prstGeom>
          <a:solidFill>
            <a:schemeClr val="lt1"/>
          </a:solidFill>
          <a:ln>
            <a:noFill/>
          </a:ln>
        </p:spPr>
        <p:txBody>
          <a:bodyPr spcFirstLastPara="1" wrap="square" lIns="45720" tIns="91440" rIns="45720" bIns="91440" anchor="t" anchorCtr="0">
            <a:normAutofit/>
          </a:bodyPr>
          <a:lstStyle/>
          <a:p>
            <a:pPr marL="118872" indent="-118872">
              <a:spcAft>
                <a:spcPts val="600"/>
              </a:spcAft>
              <a:buFont typeface="Arial" panose="020B0604020202020204" pitchFamily="34" charset="0"/>
              <a:buChar char="•"/>
            </a:pPr>
            <a:r>
              <a:rPr lang="en-US" sz="1200">
                <a:latin typeface="Georgia" panose="02040502050405020303" pitchFamily="18" charset="0"/>
              </a:rPr>
              <a:t>Engineered by Gunjan, specialized in Knowledge Base and Policy Retrieval.</a:t>
            </a:r>
          </a:p>
          <a:p>
            <a:pPr marL="118872" indent="-118872">
              <a:spcAft>
                <a:spcPts val="600"/>
              </a:spcAft>
              <a:buFont typeface="Arial" panose="020B0604020202020204" pitchFamily="34" charset="0"/>
              <a:buChar char="•"/>
            </a:pPr>
            <a:r>
              <a:rPr lang="en-US" sz="1200">
                <a:latin typeface="Georgia" panose="02040502050405020303" pitchFamily="18" charset="0"/>
              </a:rPr>
              <a:t>Integrates 23 distinct policies across 7 categories including returns, refunds, warranties, delivery, coupons, seller rules, and FAQs.</a:t>
            </a:r>
          </a:p>
          <a:p>
            <a:pPr marL="118872" indent="-118872">
              <a:spcAft>
                <a:spcPts val="600"/>
              </a:spcAft>
              <a:buFont typeface="Arial" panose="020B0604020202020204" pitchFamily="34" charset="0"/>
              <a:buChar char="•"/>
            </a:pPr>
            <a:r>
              <a:rPr lang="en-US" sz="1200">
                <a:latin typeface="Georgia" panose="02040502050405020303" pitchFamily="18" charset="0"/>
              </a:rPr>
              <a:t>Utilizes OpenAI text-embedding-3-small combined with cosine similarity for fast, precise document retrieval.</a:t>
            </a:r>
          </a:p>
          <a:p>
            <a:pPr marL="118872" indent="-118872">
              <a:spcAft>
                <a:spcPts val="600"/>
              </a:spcAft>
              <a:buFont typeface="Arial" panose="020B0604020202020204" pitchFamily="34" charset="0"/>
              <a:buChar char="•"/>
            </a:pPr>
            <a:r>
              <a:rPr lang="en-US" sz="1200">
                <a:latin typeface="Georgia" panose="02040502050405020303" pitchFamily="18" charset="0"/>
              </a:rPr>
              <a:t>Returns top-3 relevant policy snippets with clear reference IDs to support audit and compliance.</a:t>
            </a:r>
          </a:p>
          <a:p>
            <a:pPr marL="118872" indent="-118872">
              <a:spcAft>
                <a:spcPts val="600"/>
              </a:spcAft>
              <a:buFont typeface="Arial" panose="020B0604020202020204" pitchFamily="34" charset="0"/>
              <a:buChar char="•"/>
            </a:pPr>
            <a:r>
              <a:rPr lang="en-US" sz="1200">
                <a:latin typeface="Georgia" panose="02040502050405020303" pitchFamily="18" charset="0"/>
              </a:rPr>
              <a:t>Enhanced with tiered lost-shipment policies addressing high-value and proof-of-delivery disputes.</a:t>
            </a:r>
          </a:p>
          <a:p>
            <a:pPr marL="118872" indent="-118872">
              <a:spcAft>
                <a:spcPts val="600"/>
              </a:spcAft>
              <a:buFont typeface="Arial" panose="020B0604020202020204" pitchFamily="34" charset="0"/>
              <a:buChar char="•"/>
            </a:pPr>
            <a:r>
              <a:rPr lang="en-US" sz="1200">
                <a:latin typeface="Georgia" panose="02040502050405020303" pitchFamily="18" charset="0"/>
              </a:rPr>
              <a:t>Achieved a 100% pass rate on 21 rigorous grounding tests to ensure no hallucinated content.</a:t>
            </a:r>
          </a:p>
        </p:txBody>
      </p:sp>
      <p:sp>
        <p:nvSpPr>
          <p:cNvPr id="10528" name="Google Shape;10528;p9415">
            <a:extLst>
              <a:ext uri="{FF2B5EF4-FFF2-40B4-BE49-F238E27FC236}">
                <a16:creationId xmlns:a16="http://schemas.microsoft.com/office/drawing/2014/main" id="{070B674C-8701-E477-5469-7AAB20067622}"/>
              </a:ext>
            </a:extLst>
          </p:cNvPr>
          <p:cNvSpPr/>
          <p:nvPr/>
        </p:nvSpPr>
        <p:spPr>
          <a:xfrm>
            <a:off x="397669" y="2141561"/>
            <a:ext cx="535860" cy="548657"/>
          </a:xfrm>
          <a:prstGeom prst="rect">
            <a:avLst/>
          </a:prstGeom>
          <a:solidFill>
            <a:schemeClr val="accent6"/>
          </a:solidFill>
          <a:ln>
            <a:solidFill>
              <a:schemeClr val="accent6"/>
            </a:solidFill>
          </a:ln>
        </p:spPr>
        <p:txBody>
          <a:bodyPr spcFirstLastPara="1" wrap="square" lIns="91410" tIns="91410" rIns="91410" bIns="91410" anchor="ctr" anchorCtr="0">
            <a:noAutofit/>
          </a:bodyPr>
          <a:lstStyle/>
          <a:p>
            <a:pPr>
              <a:buSzPts val="1100"/>
            </a:pPr>
            <a:endParaRPr sz="1466"/>
          </a:p>
        </p:txBody>
      </p:sp>
      <p:sp>
        <p:nvSpPr>
          <p:cNvPr id="10529" name="Google Shape;10529;p9415">
            <a:extLst>
              <a:ext uri="{FF2B5EF4-FFF2-40B4-BE49-F238E27FC236}">
                <a16:creationId xmlns:a16="http://schemas.microsoft.com/office/drawing/2014/main" id="{D7776062-90CA-62FB-3A8B-0690D3231255}"/>
              </a:ext>
            </a:extLst>
          </p:cNvPr>
          <p:cNvSpPr/>
          <p:nvPr/>
        </p:nvSpPr>
        <p:spPr>
          <a:xfrm>
            <a:off x="471036" y="2234010"/>
            <a:ext cx="365665" cy="365665"/>
          </a:xfrm>
          <a:custGeom>
            <a:avLst/>
            <a:gdLst/>
            <a:ahLst/>
            <a:cxnLst/>
            <a:rect l="l" t="t" r="r" b="b"/>
            <a:pathLst>
              <a:path w="576" h="576" extrusionOk="0">
                <a:moveTo>
                  <a:pt x="0" y="0"/>
                </a:moveTo>
                <a:cubicBezTo>
                  <a:pt x="0" y="576"/>
                  <a:pt x="0" y="576"/>
                  <a:pt x="0" y="576"/>
                </a:cubicBezTo>
                <a:cubicBezTo>
                  <a:pt x="576" y="576"/>
                  <a:pt x="576" y="576"/>
                  <a:pt x="576" y="576"/>
                </a:cubicBezTo>
                <a:cubicBezTo>
                  <a:pt x="576" y="0"/>
                  <a:pt x="576" y="0"/>
                  <a:pt x="576" y="0"/>
                </a:cubicBezTo>
                <a:lnTo>
                  <a:pt x="0" y="0"/>
                </a:lnTo>
                <a:close/>
                <a:moveTo>
                  <a:pt x="552" y="161"/>
                </a:moveTo>
                <a:cubicBezTo>
                  <a:pt x="552" y="275"/>
                  <a:pt x="552" y="275"/>
                  <a:pt x="552" y="275"/>
                </a:cubicBezTo>
                <a:cubicBezTo>
                  <a:pt x="517" y="275"/>
                  <a:pt x="517" y="275"/>
                  <a:pt x="517" y="275"/>
                </a:cubicBezTo>
                <a:cubicBezTo>
                  <a:pt x="517" y="299"/>
                  <a:pt x="517" y="299"/>
                  <a:pt x="517" y="299"/>
                </a:cubicBezTo>
                <a:cubicBezTo>
                  <a:pt x="552" y="299"/>
                  <a:pt x="552" y="299"/>
                  <a:pt x="552" y="299"/>
                </a:cubicBezTo>
                <a:cubicBezTo>
                  <a:pt x="552" y="414"/>
                  <a:pt x="552" y="414"/>
                  <a:pt x="552" y="414"/>
                </a:cubicBezTo>
                <a:cubicBezTo>
                  <a:pt x="389" y="414"/>
                  <a:pt x="389" y="414"/>
                  <a:pt x="389" y="414"/>
                </a:cubicBezTo>
                <a:cubicBezTo>
                  <a:pt x="389" y="438"/>
                  <a:pt x="389" y="438"/>
                  <a:pt x="389" y="438"/>
                </a:cubicBezTo>
                <a:cubicBezTo>
                  <a:pt x="552" y="438"/>
                  <a:pt x="552" y="438"/>
                  <a:pt x="552" y="438"/>
                </a:cubicBezTo>
                <a:cubicBezTo>
                  <a:pt x="552" y="552"/>
                  <a:pt x="552" y="552"/>
                  <a:pt x="552" y="552"/>
                </a:cubicBezTo>
                <a:cubicBezTo>
                  <a:pt x="24" y="552"/>
                  <a:pt x="24" y="552"/>
                  <a:pt x="24" y="552"/>
                </a:cubicBezTo>
                <a:cubicBezTo>
                  <a:pt x="24" y="438"/>
                  <a:pt x="24" y="438"/>
                  <a:pt x="24" y="438"/>
                </a:cubicBezTo>
                <a:cubicBezTo>
                  <a:pt x="190" y="438"/>
                  <a:pt x="190" y="438"/>
                  <a:pt x="190" y="438"/>
                </a:cubicBezTo>
                <a:cubicBezTo>
                  <a:pt x="190" y="414"/>
                  <a:pt x="190" y="414"/>
                  <a:pt x="190" y="414"/>
                </a:cubicBezTo>
                <a:cubicBezTo>
                  <a:pt x="24" y="414"/>
                  <a:pt x="24" y="414"/>
                  <a:pt x="24" y="414"/>
                </a:cubicBezTo>
                <a:cubicBezTo>
                  <a:pt x="24" y="299"/>
                  <a:pt x="24" y="299"/>
                  <a:pt x="24" y="299"/>
                </a:cubicBezTo>
                <a:cubicBezTo>
                  <a:pt x="317" y="299"/>
                  <a:pt x="317" y="299"/>
                  <a:pt x="317" y="299"/>
                </a:cubicBezTo>
                <a:cubicBezTo>
                  <a:pt x="317" y="275"/>
                  <a:pt x="317" y="275"/>
                  <a:pt x="317" y="275"/>
                </a:cubicBezTo>
                <a:cubicBezTo>
                  <a:pt x="24" y="275"/>
                  <a:pt x="24" y="275"/>
                  <a:pt x="24" y="275"/>
                </a:cubicBezTo>
                <a:cubicBezTo>
                  <a:pt x="24" y="161"/>
                  <a:pt x="24" y="161"/>
                  <a:pt x="24" y="161"/>
                </a:cubicBezTo>
                <a:cubicBezTo>
                  <a:pt x="44" y="161"/>
                  <a:pt x="44" y="161"/>
                  <a:pt x="44" y="161"/>
                </a:cubicBezTo>
                <a:cubicBezTo>
                  <a:pt x="44" y="137"/>
                  <a:pt x="44" y="137"/>
                  <a:pt x="44" y="137"/>
                </a:cubicBezTo>
                <a:cubicBezTo>
                  <a:pt x="24" y="137"/>
                  <a:pt x="24" y="137"/>
                  <a:pt x="24" y="137"/>
                </a:cubicBezTo>
                <a:cubicBezTo>
                  <a:pt x="24" y="24"/>
                  <a:pt x="24" y="24"/>
                  <a:pt x="24" y="24"/>
                </a:cubicBezTo>
                <a:cubicBezTo>
                  <a:pt x="552" y="24"/>
                  <a:pt x="552" y="24"/>
                  <a:pt x="552" y="24"/>
                </a:cubicBezTo>
                <a:cubicBezTo>
                  <a:pt x="552" y="137"/>
                  <a:pt x="552" y="137"/>
                  <a:pt x="552" y="137"/>
                </a:cubicBezTo>
                <a:cubicBezTo>
                  <a:pt x="241" y="137"/>
                  <a:pt x="241" y="137"/>
                  <a:pt x="241" y="137"/>
                </a:cubicBezTo>
                <a:cubicBezTo>
                  <a:pt x="241" y="161"/>
                  <a:pt x="241" y="161"/>
                  <a:pt x="241" y="161"/>
                </a:cubicBezTo>
                <a:lnTo>
                  <a:pt x="552" y="161"/>
                </a:lnTo>
                <a:close/>
                <a:moveTo>
                  <a:pt x="190" y="117"/>
                </a:moveTo>
                <a:cubicBezTo>
                  <a:pt x="203" y="104"/>
                  <a:pt x="203" y="104"/>
                  <a:pt x="203" y="104"/>
                </a:cubicBezTo>
                <a:cubicBezTo>
                  <a:pt x="186" y="87"/>
                  <a:pt x="186" y="87"/>
                  <a:pt x="186" y="87"/>
                </a:cubicBezTo>
                <a:cubicBezTo>
                  <a:pt x="174" y="100"/>
                  <a:pt x="174" y="100"/>
                  <a:pt x="174" y="100"/>
                </a:cubicBezTo>
                <a:cubicBezTo>
                  <a:pt x="168" y="96"/>
                  <a:pt x="161" y="94"/>
                  <a:pt x="155" y="92"/>
                </a:cubicBezTo>
                <a:cubicBezTo>
                  <a:pt x="155" y="74"/>
                  <a:pt x="155" y="74"/>
                  <a:pt x="155" y="74"/>
                </a:cubicBezTo>
                <a:cubicBezTo>
                  <a:pt x="131" y="74"/>
                  <a:pt x="131" y="74"/>
                  <a:pt x="131" y="74"/>
                </a:cubicBezTo>
                <a:cubicBezTo>
                  <a:pt x="131" y="92"/>
                  <a:pt x="131" y="92"/>
                  <a:pt x="131" y="92"/>
                </a:cubicBezTo>
                <a:cubicBezTo>
                  <a:pt x="124" y="94"/>
                  <a:pt x="117" y="96"/>
                  <a:pt x="111" y="100"/>
                </a:cubicBezTo>
                <a:cubicBezTo>
                  <a:pt x="99" y="87"/>
                  <a:pt x="99" y="87"/>
                  <a:pt x="99" y="87"/>
                </a:cubicBezTo>
                <a:cubicBezTo>
                  <a:pt x="82" y="104"/>
                  <a:pt x="82" y="104"/>
                  <a:pt x="82" y="104"/>
                </a:cubicBezTo>
                <a:cubicBezTo>
                  <a:pt x="95" y="117"/>
                  <a:pt x="95" y="117"/>
                  <a:pt x="95" y="117"/>
                </a:cubicBezTo>
                <a:cubicBezTo>
                  <a:pt x="91" y="123"/>
                  <a:pt x="88" y="130"/>
                  <a:pt x="87" y="137"/>
                </a:cubicBezTo>
                <a:cubicBezTo>
                  <a:pt x="69" y="137"/>
                  <a:pt x="69" y="137"/>
                  <a:pt x="69" y="137"/>
                </a:cubicBezTo>
                <a:cubicBezTo>
                  <a:pt x="69" y="161"/>
                  <a:pt x="69" y="161"/>
                  <a:pt x="69" y="161"/>
                </a:cubicBezTo>
                <a:cubicBezTo>
                  <a:pt x="87" y="161"/>
                  <a:pt x="87" y="161"/>
                  <a:pt x="87" y="161"/>
                </a:cubicBezTo>
                <a:cubicBezTo>
                  <a:pt x="88" y="168"/>
                  <a:pt x="91" y="174"/>
                  <a:pt x="95" y="180"/>
                </a:cubicBezTo>
                <a:cubicBezTo>
                  <a:pt x="82" y="193"/>
                  <a:pt x="82" y="193"/>
                  <a:pt x="82" y="193"/>
                </a:cubicBezTo>
                <a:cubicBezTo>
                  <a:pt x="99" y="210"/>
                  <a:pt x="99" y="210"/>
                  <a:pt x="99" y="210"/>
                </a:cubicBezTo>
                <a:cubicBezTo>
                  <a:pt x="111" y="197"/>
                  <a:pt x="111" y="197"/>
                  <a:pt x="111" y="197"/>
                </a:cubicBezTo>
                <a:cubicBezTo>
                  <a:pt x="117" y="201"/>
                  <a:pt x="124" y="204"/>
                  <a:pt x="131" y="205"/>
                </a:cubicBezTo>
                <a:cubicBezTo>
                  <a:pt x="131" y="223"/>
                  <a:pt x="131" y="223"/>
                  <a:pt x="131" y="223"/>
                </a:cubicBezTo>
                <a:cubicBezTo>
                  <a:pt x="155" y="223"/>
                  <a:pt x="155" y="223"/>
                  <a:pt x="155" y="223"/>
                </a:cubicBezTo>
                <a:cubicBezTo>
                  <a:pt x="155" y="205"/>
                  <a:pt x="155" y="205"/>
                  <a:pt x="155" y="205"/>
                </a:cubicBezTo>
                <a:cubicBezTo>
                  <a:pt x="161" y="203"/>
                  <a:pt x="168" y="201"/>
                  <a:pt x="174" y="197"/>
                </a:cubicBezTo>
                <a:cubicBezTo>
                  <a:pt x="186" y="210"/>
                  <a:pt x="186" y="210"/>
                  <a:pt x="186" y="210"/>
                </a:cubicBezTo>
                <a:cubicBezTo>
                  <a:pt x="203" y="193"/>
                  <a:pt x="203" y="193"/>
                  <a:pt x="203" y="193"/>
                </a:cubicBezTo>
                <a:cubicBezTo>
                  <a:pt x="190" y="180"/>
                  <a:pt x="190" y="180"/>
                  <a:pt x="190" y="180"/>
                </a:cubicBezTo>
                <a:cubicBezTo>
                  <a:pt x="194" y="174"/>
                  <a:pt x="197" y="168"/>
                  <a:pt x="198" y="161"/>
                </a:cubicBezTo>
                <a:cubicBezTo>
                  <a:pt x="217" y="161"/>
                  <a:pt x="217" y="161"/>
                  <a:pt x="217" y="161"/>
                </a:cubicBezTo>
                <a:cubicBezTo>
                  <a:pt x="217" y="137"/>
                  <a:pt x="217" y="137"/>
                  <a:pt x="217" y="137"/>
                </a:cubicBezTo>
                <a:cubicBezTo>
                  <a:pt x="198" y="137"/>
                  <a:pt x="198" y="137"/>
                  <a:pt x="198" y="137"/>
                </a:cubicBezTo>
                <a:cubicBezTo>
                  <a:pt x="197" y="130"/>
                  <a:pt x="194" y="123"/>
                  <a:pt x="190" y="117"/>
                </a:cubicBezTo>
                <a:close/>
                <a:moveTo>
                  <a:pt x="176" y="149"/>
                </a:moveTo>
                <a:cubicBezTo>
                  <a:pt x="176" y="168"/>
                  <a:pt x="161" y="183"/>
                  <a:pt x="143" y="183"/>
                </a:cubicBezTo>
                <a:cubicBezTo>
                  <a:pt x="124" y="183"/>
                  <a:pt x="109" y="167"/>
                  <a:pt x="109" y="149"/>
                </a:cubicBezTo>
                <a:cubicBezTo>
                  <a:pt x="109" y="130"/>
                  <a:pt x="124" y="114"/>
                  <a:pt x="143" y="114"/>
                </a:cubicBezTo>
                <a:cubicBezTo>
                  <a:pt x="161" y="114"/>
                  <a:pt x="176" y="130"/>
                  <a:pt x="176" y="149"/>
                </a:cubicBezTo>
                <a:close/>
                <a:moveTo>
                  <a:pt x="368" y="319"/>
                </a:moveTo>
                <a:cubicBezTo>
                  <a:pt x="356" y="331"/>
                  <a:pt x="356" y="331"/>
                  <a:pt x="356" y="331"/>
                </a:cubicBezTo>
                <a:cubicBezTo>
                  <a:pt x="372" y="348"/>
                  <a:pt x="372" y="348"/>
                  <a:pt x="372" y="348"/>
                </a:cubicBezTo>
                <a:cubicBezTo>
                  <a:pt x="385" y="335"/>
                  <a:pt x="385" y="335"/>
                  <a:pt x="385" y="335"/>
                </a:cubicBezTo>
                <a:cubicBezTo>
                  <a:pt x="391" y="339"/>
                  <a:pt x="398" y="342"/>
                  <a:pt x="405" y="343"/>
                </a:cubicBezTo>
                <a:cubicBezTo>
                  <a:pt x="405" y="361"/>
                  <a:pt x="405" y="361"/>
                  <a:pt x="405" y="361"/>
                </a:cubicBezTo>
                <a:cubicBezTo>
                  <a:pt x="428" y="361"/>
                  <a:pt x="428" y="361"/>
                  <a:pt x="428" y="361"/>
                </a:cubicBezTo>
                <a:cubicBezTo>
                  <a:pt x="428" y="343"/>
                  <a:pt x="428" y="343"/>
                  <a:pt x="428" y="343"/>
                </a:cubicBezTo>
                <a:cubicBezTo>
                  <a:pt x="435" y="342"/>
                  <a:pt x="442" y="339"/>
                  <a:pt x="447" y="335"/>
                </a:cubicBezTo>
                <a:cubicBezTo>
                  <a:pt x="460" y="348"/>
                  <a:pt x="460" y="348"/>
                  <a:pt x="460" y="348"/>
                </a:cubicBezTo>
                <a:cubicBezTo>
                  <a:pt x="477" y="331"/>
                  <a:pt x="477" y="331"/>
                  <a:pt x="477" y="331"/>
                </a:cubicBezTo>
                <a:cubicBezTo>
                  <a:pt x="464" y="319"/>
                  <a:pt x="464" y="319"/>
                  <a:pt x="464" y="319"/>
                </a:cubicBezTo>
                <a:cubicBezTo>
                  <a:pt x="468" y="313"/>
                  <a:pt x="470" y="306"/>
                  <a:pt x="472" y="299"/>
                </a:cubicBezTo>
                <a:cubicBezTo>
                  <a:pt x="490" y="299"/>
                  <a:pt x="490" y="299"/>
                  <a:pt x="490" y="299"/>
                </a:cubicBezTo>
                <a:cubicBezTo>
                  <a:pt x="490" y="275"/>
                  <a:pt x="490" y="275"/>
                  <a:pt x="490" y="275"/>
                </a:cubicBezTo>
                <a:cubicBezTo>
                  <a:pt x="472" y="275"/>
                  <a:pt x="472" y="275"/>
                  <a:pt x="472" y="275"/>
                </a:cubicBezTo>
                <a:cubicBezTo>
                  <a:pt x="470" y="268"/>
                  <a:pt x="468" y="261"/>
                  <a:pt x="464" y="256"/>
                </a:cubicBezTo>
                <a:cubicBezTo>
                  <a:pt x="477" y="243"/>
                  <a:pt x="477" y="243"/>
                  <a:pt x="477" y="243"/>
                </a:cubicBezTo>
                <a:cubicBezTo>
                  <a:pt x="460" y="227"/>
                  <a:pt x="460" y="227"/>
                  <a:pt x="460" y="227"/>
                </a:cubicBezTo>
                <a:cubicBezTo>
                  <a:pt x="447" y="239"/>
                  <a:pt x="447" y="239"/>
                  <a:pt x="447" y="239"/>
                </a:cubicBezTo>
                <a:cubicBezTo>
                  <a:pt x="442" y="236"/>
                  <a:pt x="436" y="233"/>
                  <a:pt x="428" y="231"/>
                </a:cubicBezTo>
                <a:cubicBezTo>
                  <a:pt x="428" y="213"/>
                  <a:pt x="428" y="213"/>
                  <a:pt x="428" y="213"/>
                </a:cubicBezTo>
                <a:cubicBezTo>
                  <a:pt x="405" y="213"/>
                  <a:pt x="405" y="213"/>
                  <a:pt x="405" y="213"/>
                </a:cubicBezTo>
                <a:cubicBezTo>
                  <a:pt x="405" y="231"/>
                  <a:pt x="405" y="231"/>
                  <a:pt x="405" y="231"/>
                </a:cubicBezTo>
                <a:cubicBezTo>
                  <a:pt x="397" y="233"/>
                  <a:pt x="391" y="236"/>
                  <a:pt x="385" y="239"/>
                </a:cubicBezTo>
                <a:cubicBezTo>
                  <a:pt x="372" y="227"/>
                  <a:pt x="372" y="227"/>
                  <a:pt x="372" y="227"/>
                </a:cubicBezTo>
                <a:cubicBezTo>
                  <a:pt x="356" y="243"/>
                  <a:pt x="356" y="243"/>
                  <a:pt x="356" y="243"/>
                </a:cubicBezTo>
                <a:cubicBezTo>
                  <a:pt x="368" y="256"/>
                  <a:pt x="368" y="256"/>
                  <a:pt x="368" y="256"/>
                </a:cubicBezTo>
                <a:cubicBezTo>
                  <a:pt x="364" y="261"/>
                  <a:pt x="362" y="268"/>
                  <a:pt x="360" y="275"/>
                </a:cubicBezTo>
                <a:cubicBezTo>
                  <a:pt x="342" y="275"/>
                  <a:pt x="342" y="275"/>
                  <a:pt x="342" y="275"/>
                </a:cubicBezTo>
                <a:cubicBezTo>
                  <a:pt x="342" y="299"/>
                  <a:pt x="342" y="299"/>
                  <a:pt x="342" y="299"/>
                </a:cubicBezTo>
                <a:cubicBezTo>
                  <a:pt x="360" y="299"/>
                  <a:pt x="360" y="299"/>
                  <a:pt x="360" y="299"/>
                </a:cubicBezTo>
                <a:cubicBezTo>
                  <a:pt x="362" y="306"/>
                  <a:pt x="364" y="313"/>
                  <a:pt x="368" y="319"/>
                </a:cubicBezTo>
                <a:close/>
                <a:moveTo>
                  <a:pt x="382" y="287"/>
                </a:moveTo>
                <a:cubicBezTo>
                  <a:pt x="382" y="269"/>
                  <a:pt x="397" y="253"/>
                  <a:pt x="416" y="253"/>
                </a:cubicBezTo>
                <a:cubicBezTo>
                  <a:pt x="435" y="253"/>
                  <a:pt x="450" y="268"/>
                  <a:pt x="450" y="287"/>
                </a:cubicBezTo>
                <a:cubicBezTo>
                  <a:pt x="450" y="306"/>
                  <a:pt x="435" y="321"/>
                  <a:pt x="416" y="321"/>
                </a:cubicBezTo>
                <a:cubicBezTo>
                  <a:pt x="398" y="321"/>
                  <a:pt x="382" y="306"/>
                  <a:pt x="382" y="287"/>
                </a:cubicBezTo>
                <a:close/>
                <a:moveTo>
                  <a:pt x="302" y="351"/>
                </a:moveTo>
                <a:cubicBezTo>
                  <a:pt x="278" y="351"/>
                  <a:pt x="278" y="351"/>
                  <a:pt x="278" y="351"/>
                </a:cubicBezTo>
                <a:cubicBezTo>
                  <a:pt x="278" y="368"/>
                  <a:pt x="278" y="368"/>
                  <a:pt x="278" y="368"/>
                </a:cubicBezTo>
                <a:cubicBezTo>
                  <a:pt x="271" y="370"/>
                  <a:pt x="265" y="373"/>
                  <a:pt x="259" y="377"/>
                </a:cubicBezTo>
                <a:cubicBezTo>
                  <a:pt x="246" y="364"/>
                  <a:pt x="246" y="364"/>
                  <a:pt x="246" y="364"/>
                </a:cubicBezTo>
                <a:cubicBezTo>
                  <a:pt x="229" y="381"/>
                  <a:pt x="229" y="381"/>
                  <a:pt x="229" y="381"/>
                </a:cubicBezTo>
                <a:cubicBezTo>
                  <a:pt x="242" y="393"/>
                  <a:pt x="242" y="393"/>
                  <a:pt x="242" y="393"/>
                </a:cubicBezTo>
                <a:cubicBezTo>
                  <a:pt x="238" y="400"/>
                  <a:pt x="235" y="406"/>
                  <a:pt x="234" y="414"/>
                </a:cubicBezTo>
                <a:cubicBezTo>
                  <a:pt x="216" y="414"/>
                  <a:pt x="216" y="414"/>
                  <a:pt x="216" y="414"/>
                </a:cubicBezTo>
                <a:cubicBezTo>
                  <a:pt x="216" y="437"/>
                  <a:pt x="216" y="437"/>
                  <a:pt x="216" y="437"/>
                </a:cubicBezTo>
                <a:cubicBezTo>
                  <a:pt x="234" y="437"/>
                  <a:pt x="234" y="437"/>
                  <a:pt x="234" y="437"/>
                </a:cubicBezTo>
                <a:cubicBezTo>
                  <a:pt x="235" y="445"/>
                  <a:pt x="238" y="451"/>
                  <a:pt x="242" y="458"/>
                </a:cubicBezTo>
                <a:cubicBezTo>
                  <a:pt x="229" y="470"/>
                  <a:pt x="229" y="470"/>
                  <a:pt x="229" y="470"/>
                </a:cubicBezTo>
                <a:cubicBezTo>
                  <a:pt x="246" y="487"/>
                  <a:pt x="246" y="487"/>
                  <a:pt x="246" y="487"/>
                </a:cubicBezTo>
                <a:cubicBezTo>
                  <a:pt x="259" y="474"/>
                  <a:pt x="259" y="474"/>
                  <a:pt x="259" y="474"/>
                </a:cubicBezTo>
                <a:cubicBezTo>
                  <a:pt x="265" y="478"/>
                  <a:pt x="272" y="481"/>
                  <a:pt x="278" y="482"/>
                </a:cubicBezTo>
                <a:cubicBezTo>
                  <a:pt x="278" y="500"/>
                  <a:pt x="278" y="500"/>
                  <a:pt x="278" y="500"/>
                </a:cubicBezTo>
                <a:cubicBezTo>
                  <a:pt x="302" y="500"/>
                  <a:pt x="302" y="500"/>
                  <a:pt x="302" y="500"/>
                </a:cubicBezTo>
                <a:cubicBezTo>
                  <a:pt x="302" y="482"/>
                  <a:pt x="302" y="482"/>
                  <a:pt x="302" y="482"/>
                </a:cubicBezTo>
                <a:cubicBezTo>
                  <a:pt x="310" y="481"/>
                  <a:pt x="317" y="477"/>
                  <a:pt x="321" y="474"/>
                </a:cubicBezTo>
                <a:cubicBezTo>
                  <a:pt x="334" y="487"/>
                  <a:pt x="334" y="487"/>
                  <a:pt x="334" y="487"/>
                </a:cubicBezTo>
                <a:cubicBezTo>
                  <a:pt x="351" y="470"/>
                  <a:pt x="351" y="470"/>
                  <a:pt x="351" y="470"/>
                </a:cubicBezTo>
                <a:cubicBezTo>
                  <a:pt x="338" y="458"/>
                  <a:pt x="338" y="458"/>
                  <a:pt x="338" y="458"/>
                </a:cubicBezTo>
                <a:cubicBezTo>
                  <a:pt x="342" y="452"/>
                  <a:pt x="344" y="445"/>
                  <a:pt x="347" y="437"/>
                </a:cubicBezTo>
                <a:cubicBezTo>
                  <a:pt x="364" y="437"/>
                  <a:pt x="364" y="437"/>
                  <a:pt x="364" y="437"/>
                </a:cubicBezTo>
                <a:cubicBezTo>
                  <a:pt x="364" y="414"/>
                  <a:pt x="364" y="414"/>
                  <a:pt x="364" y="414"/>
                </a:cubicBezTo>
                <a:cubicBezTo>
                  <a:pt x="347" y="414"/>
                  <a:pt x="347" y="414"/>
                  <a:pt x="347" y="414"/>
                </a:cubicBezTo>
                <a:cubicBezTo>
                  <a:pt x="344" y="406"/>
                  <a:pt x="342" y="399"/>
                  <a:pt x="338" y="393"/>
                </a:cubicBezTo>
                <a:cubicBezTo>
                  <a:pt x="351" y="381"/>
                  <a:pt x="351" y="381"/>
                  <a:pt x="351" y="381"/>
                </a:cubicBezTo>
                <a:cubicBezTo>
                  <a:pt x="334" y="364"/>
                  <a:pt x="334" y="364"/>
                  <a:pt x="334" y="364"/>
                </a:cubicBezTo>
                <a:cubicBezTo>
                  <a:pt x="321" y="376"/>
                  <a:pt x="321" y="376"/>
                  <a:pt x="321" y="376"/>
                </a:cubicBezTo>
                <a:cubicBezTo>
                  <a:pt x="316" y="373"/>
                  <a:pt x="309" y="370"/>
                  <a:pt x="302" y="368"/>
                </a:cubicBezTo>
                <a:lnTo>
                  <a:pt x="302" y="351"/>
                </a:lnTo>
                <a:close/>
                <a:moveTo>
                  <a:pt x="324" y="425"/>
                </a:moveTo>
                <a:cubicBezTo>
                  <a:pt x="324" y="444"/>
                  <a:pt x="309" y="459"/>
                  <a:pt x="290" y="459"/>
                </a:cubicBezTo>
                <a:cubicBezTo>
                  <a:pt x="271" y="459"/>
                  <a:pt x="256" y="444"/>
                  <a:pt x="256" y="425"/>
                </a:cubicBezTo>
                <a:cubicBezTo>
                  <a:pt x="256" y="407"/>
                  <a:pt x="271" y="391"/>
                  <a:pt x="290" y="391"/>
                </a:cubicBezTo>
                <a:cubicBezTo>
                  <a:pt x="309" y="391"/>
                  <a:pt x="324" y="406"/>
                  <a:pt x="324" y="425"/>
                </a:cubicBezTo>
                <a:close/>
              </a:path>
            </a:pathLst>
          </a:custGeom>
          <a:solidFill>
            <a:srgbClr val="FFFFFF"/>
          </a:solidFill>
          <a:ln>
            <a:noFill/>
          </a:ln>
        </p:spPr>
        <p:txBody>
          <a:bodyPr spcFirstLastPara="1" wrap="square" lIns="121868" tIns="60917" rIns="121868" bIns="60917" anchor="t" anchorCtr="0">
            <a:noAutofit/>
          </a:bodyPr>
          <a:lstStyle/>
          <a:p>
            <a:endParaRPr sz="933" b="1">
              <a:solidFill>
                <a:srgbClr val="D04A02"/>
              </a:solidFill>
            </a:endParaRPr>
          </a:p>
        </p:txBody>
      </p:sp>
      <p:sp>
        <p:nvSpPr>
          <p:cNvPr id="10532" name="Google Shape;10532;p9415">
            <a:extLst>
              <a:ext uri="{FF2B5EF4-FFF2-40B4-BE49-F238E27FC236}">
                <a16:creationId xmlns:a16="http://schemas.microsoft.com/office/drawing/2014/main" id="{32A2B455-CC90-865F-3349-0ADE6BB3FD28}"/>
              </a:ext>
            </a:extLst>
          </p:cNvPr>
          <p:cNvSpPr/>
          <p:nvPr/>
        </p:nvSpPr>
        <p:spPr>
          <a:xfrm>
            <a:off x="6205143" y="2139951"/>
            <a:ext cx="535860" cy="548657"/>
          </a:xfrm>
          <a:prstGeom prst="rect">
            <a:avLst/>
          </a:prstGeom>
          <a:solidFill>
            <a:schemeClr val="accent6"/>
          </a:solidFill>
          <a:ln>
            <a:solidFill>
              <a:schemeClr val="accent6"/>
            </a:solidFill>
          </a:ln>
        </p:spPr>
        <p:txBody>
          <a:bodyPr spcFirstLastPara="1" wrap="square" lIns="91410" tIns="91410" rIns="91410" bIns="91410" anchor="ctr" anchorCtr="0">
            <a:noAutofit/>
          </a:bodyPr>
          <a:lstStyle/>
          <a:p>
            <a:pPr>
              <a:buSzPts val="1100"/>
            </a:pPr>
            <a:endParaRPr sz="1466"/>
          </a:p>
        </p:txBody>
      </p:sp>
      <p:grpSp>
        <p:nvGrpSpPr>
          <p:cNvPr id="10533" name="Google Shape;10533;p9415">
            <a:extLst>
              <a:ext uri="{FF2B5EF4-FFF2-40B4-BE49-F238E27FC236}">
                <a16:creationId xmlns:a16="http://schemas.microsoft.com/office/drawing/2014/main" id="{B3DD9F00-F6FA-79F4-94F4-9FE58D4D7E17}"/>
              </a:ext>
            </a:extLst>
          </p:cNvPr>
          <p:cNvGrpSpPr/>
          <p:nvPr/>
        </p:nvGrpSpPr>
        <p:grpSpPr>
          <a:xfrm>
            <a:off x="6290242" y="2232216"/>
            <a:ext cx="365665" cy="365665"/>
            <a:chOff x="986" y="0"/>
            <a:chExt cx="6682" cy="6681"/>
          </a:xfrm>
        </p:grpSpPr>
        <p:sp>
          <p:nvSpPr>
            <p:cNvPr id="10534" name="Google Shape;10534;p9415">
              <a:extLst>
                <a:ext uri="{FF2B5EF4-FFF2-40B4-BE49-F238E27FC236}">
                  <a16:creationId xmlns:a16="http://schemas.microsoft.com/office/drawing/2014/main" id="{ADDE161A-5F69-0803-CE56-12A1940039B9}"/>
                </a:ext>
              </a:extLst>
            </p:cNvPr>
            <p:cNvSpPr/>
            <p:nvPr/>
          </p:nvSpPr>
          <p:spPr>
            <a:xfrm>
              <a:off x="986" y="0"/>
              <a:ext cx="6682" cy="6681"/>
            </a:xfrm>
            <a:custGeom>
              <a:avLst/>
              <a:gdLst/>
              <a:ahLst/>
              <a:cxnLst/>
              <a:rect l="l" t="t" r="r" b="b"/>
              <a:pathLst>
                <a:path w="6682" h="6681" extrusionOk="0">
                  <a:moveTo>
                    <a:pt x="0" y="0"/>
                  </a:moveTo>
                  <a:lnTo>
                    <a:pt x="0" y="6681"/>
                  </a:lnTo>
                  <a:lnTo>
                    <a:pt x="6682" y="6681"/>
                  </a:lnTo>
                  <a:lnTo>
                    <a:pt x="6682" y="0"/>
                  </a:lnTo>
                  <a:lnTo>
                    <a:pt x="0" y="0"/>
                  </a:lnTo>
                  <a:close/>
                  <a:moveTo>
                    <a:pt x="1774" y="286"/>
                  </a:moveTo>
                  <a:lnTo>
                    <a:pt x="1774" y="2846"/>
                  </a:lnTo>
                  <a:lnTo>
                    <a:pt x="286" y="2846"/>
                  </a:lnTo>
                  <a:lnTo>
                    <a:pt x="286" y="286"/>
                  </a:lnTo>
                  <a:lnTo>
                    <a:pt x="1774" y="286"/>
                  </a:lnTo>
                  <a:close/>
                  <a:moveTo>
                    <a:pt x="286" y="4989"/>
                  </a:moveTo>
                  <a:lnTo>
                    <a:pt x="486" y="4989"/>
                  </a:lnTo>
                  <a:lnTo>
                    <a:pt x="486" y="4703"/>
                  </a:lnTo>
                  <a:lnTo>
                    <a:pt x="286" y="4703"/>
                  </a:lnTo>
                  <a:lnTo>
                    <a:pt x="286" y="3132"/>
                  </a:lnTo>
                  <a:lnTo>
                    <a:pt x="2060" y="3132"/>
                  </a:lnTo>
                  <a:lnTo>
                    <a:pt x="2060" y="286"/>
                  </a:lnTo>
                  <a:lnTo>
                    <a:pt x="6396" y="286"/>
                  </a:lnTo>
                  <a:lnTo>
                    <a:pt x="6396" y="3539"/>
                  </a:lnTo>
                  <a:lnTo>
                    <a:pt x="4724" y="3539"/>
                  </a:lnTo>
                  <a:lnTo>
                    <a:pt x="4724" y="6397"/>
                  </a:lnTo>
                  <a:lnTo>
                    <a:pt x="286" y="6397"/>
                  </a:lnTo>
                  <a:lnTo>
                    <a:pt x="286" y="4989"/>
                  </a:lnTo>
                  <a:close/>
                  <a:moveTo>
                    <a:pt x="5008" y="6397"/>
                  </a:moveTo>
                  <a:lnTo>
                    <a:pt x="5008" y="3825"/>
                  </a:lnTo>
                  <a:lnTo>
                    <a:pt x="6396" y="3825"/>
                  </a:lnTo>
                  <a:lnTo>
                    <a:pt x="6396" y="6397"/>
                  </a:lnTo>
                  <a:lnTo>
                    <a:pt x="5008" y="6397"/>
                  </a:lnTo>
                  <a:close/>
                </a:path>
              </a:pathLst>
            </a:custGeom>
            <a:solidFill>
              <a:srgbClr val="FFFFFF"/>
            </a:solidFill>
            <a:ln>
              <a:noFill/>
            </a:ln>
          </p:spPr>
          <p:txBody>
            <a:bodyPr spcFirstLastPara="1" wrap="square" lIns="104206" tIns="52086" rIns="104206" bIns="52086" anchor="t" anchorCtr="0">
              <a:noAutofit/>
            </a:bodyPr>
            <a:lstStyle/>
            <a:p>
              <a:endParaRPr sz="1066"/>
            </a:p>
          </p:txBody>
        </p:sp>
        <p:sp>
          <p:nvSpPr>
            <p:cNvPr id="10535" name="Google Shape;10535;p9415">
              <a:extLst>
                <a:ext uri="{FF2B5EF4-FFF2-40B4-BE49-F238E27FC236}">
                  <a16:creationId xmlns:a16="http://schemas.microsoft.com/office/drawing/2014/main" id="{7278D6C5-F3B5-11A5-017A-CCA6707FF07D}"/>
                </a:ext>
              </a:extLst>
            </p:cNvPr>
            <p:cNvSpPr/>
            <p:nvPr/>
          </p:nvSpPr>
          <p:spPr>
            <a:xfrm>
              <a:off x="2328" y="4703"/>
              <a:ext cx="300" cy="300"/>
            </a:xfrm>
            <a:prstGeom prst="rect">
              <a:avLst/>
            </a:prstGeom>
            <a:solidFill>
              <a:srgbClr val="FFFFFF"/>
            </a:solidFill>
            <a:ln>
              <a:noFill/>
            </a:ln>
          </p:spPr>
          <p:txBody>
            <a:bodyPr spcFirstLastPara="1" wrap="square" lIns="104206" tIns="52086" rIns="104206" bIns="52086" anchor="t" anchorCtr="0">
              <a:noAutofit/>
            </a:bodyPr>
            <a:lstStyle/>
            <a:p>
              <a:endParaRPr sz="1066"/>
            </a:p>
          </p:txBody>
        </p:sp>
        <p:sp>
          <p:nvSpPr>
            <p:cNvPr id="10536" name="Google Shape;10536;p9415">
              <a:extLst>
                <a:ext uri="{FF2B5EF4-FFF2-40B4-BE49-F238E27FC236}">
                  <a16:creationId xmlns:a16="http://schemas.microsoft.com/office/drawing/2014/main" id="{18E7926A-970D-28E2-DDF7-1BFB7027EA4D}"/>
                </a:ext>
              </a:extLst>
            </p:cNvPr>
            <p:cNvSpPr/>
            <p:nvPr/>
          </p:nvSpPr>
          <p:spPr>
            <a:xfrm>
              <a:off x="2898" y="4703"/>
              <a:ext cx="300" cy="300"/>
            </a:xfrm>
            <a:prstGeom prst="rect">
              <a:avLst/>
            </a:prstGeom>
            <a:solidFill>
              <a:srgbClr val="FFFFFF"/>
            </a:solidFill>
            <a:ln>
              <a:noFill/>
            </a:ln>
          </p:spPr>
          <p:txBody>
            <a:bodyPr spcFirstLastPara="1" wrap="square" lIns="104206" tIns="52086" rIns="104206" bIns="52086" anchor="t" anchorCtr="0">
              <a:noAutofit/>
            </a:bodyPr>
            <a:lstStyle/>
            <a:p>
              <a:endParaRPr sz="1066"/>
            </a:p>
          </p:txBody>
        </p:sp>
        <p:sp>
          <p:nvSpPr>
            <p:cNvPr id="10537" name="Google Shape;10537;p9415">
              <a:extLst>
                <a:ext uri="{FF2B5EF4-FFF2-40B4-BE49-F238E27FC236}">
                  <a16:creationId xmlns:a16="http://schemas.microsoft.com/office/drawing/2014/main" id="{61A4AE08-5617-9EDC-25CC-46CA8DFA842B}"/>
                </a:ext>
              </a:extLst>
            </p:cNvPr>
            <p:cNvSpPr/>
            <p:nvPr/>
          </p:nvSpPr>
          <p:spPr>
            <a:xfrm>
              <a:off x="3466" y="4703"/>
              <a:ext cx="300" cy="300"/>
            </a:xfrm>
            <a:prstGeom prst="rect">
              <a:avLst/>
            </a:prstGeom>
            <a:solidFill>
              <a:srgbClr val="FFFFFF"/>
            </a:solidFill>
            <a:ln>
              <a:noFill/>
            </a:ln>
          </p:spPr>
          <p:txBody>
            <a:bodyPr spcFirstLastPara="1" wrap="square" lIns="104206" tIns="52086" rIns="104206" bIns="52086" anchor="t" anchorCtr="0">
              <a:noAutofit/>
            </a:bodyPr>
            <a:lstStyle/>
            <a:p>
              <a:endParaRPr sz="1066"/>
            </a:p>
          </p:txBody>
        </p:sp>
        <p:sp>
          <p:nvSpPr>
            <p:cNvPr id="10538" name="Google Shape;10538;p9415">
              <a:extLst>
                <a:ext uri="{FF2B5EF4-FFF2-40B4-BE49-F238E27FC236}">
                  <a16:creationId xmlns:a16="http://schemas.microsoft.com/office/drawing/2014/main" id="{1C9E2EE5-6CB8-B484-5BDF-B16A12CCCDBE}"/>
                </a:ext>
              </a:extLst>
            </p:cNvPr>
            <p:cNvSpPr/>
            <p:nvPr/>
          </p:nvSpPr>
          <p:spPr>
            <a:xfrm>
              <a:off x="1758" y="4703"/>
              <a:ext cx="300" cy="300"/>
            </a:xfrm>
            <a:prstGeom prst="rect">
              <a:avLst/>
            </a:prstGeom>
            <a:solidFill>
              <a:srgbClr val="FFFFFF"/>
            </a:solidFill>
            <a:ln>
              <a:noFill/>
            </a:ln>
          </p:spPr>
          <p:txBody>
            <a:bodyPr spcFirstLastPara="1" wrap="square" lIns="104206" tIns="52086" rIns="104206" bIns="52086" anchor="t" anchorCtr="0">
              <a:noAutofit/>
            </a:bodyPr>
            <a:lstStyle/>
            <a:p>
              <a:endParaRPr sz="1066"/>
            </a:p>
          </p:txBody>
        </p:sp>
        <p:sp>
          <p:nvSpPr>
            <p:cNvPr id="10539" name="Google Shape;10539;p9415">
              <a:extLst>
                <a:ext uri="{FF2B5EF4-FFF2-40B4-BE49-F238E27FC236}">
                  <a16:creationId xmlns:a16="http://schemas.microsoft.com/office/drawing/2014/main" id="{C4CD28F5-6055-D89B-D9B3-F0D5E01EE0C4}"/>
                </a:ext>
              </a:extLst>
            </p:cNvPr>
            <p:cNvSpPr/>
            <p:nvPr/>
          </p:nvSpPr>
          <p:spPr>
            <a:xfrm>
              <a:off x="5586" y="1694"/>
              <a:ext cx="300" cy="300"/>
            </a:xfrm>
            <a:prstGeom prst="rect">
              <a:avLst/>
            </a:prstGeom>
            <a:solidFill>
              <a:srgbClr val="FFFFFF"/>
            </a:solidFill>
            <a:ln>
              <a:noFill/>
            </a:ln>
          </p:spPr>
          <p:txBody>
            <a:bodyPr spcFirstLastPara="1" wrap="square" lIns="104206" tIns="52086" rIns="104206" bIns="52086" anchor="t" anchorCtr="0">
              <a:noAutofit/>
            </a:bodyPr>
            <a:lstStyle/>
            <a:p>
              <a:endParaRPr sz="1066"/>
            </a:p>
          </p:txBody>
        </p:sp>
        <p:sp>
          <p:nvSpPr>
            <p:cNvPr id="10540" name="Google Shape;10540;p9415">
              <a:extLst>
                <a:ext uri="{FF2B5EF4-FFF2-40B4-BE49-F238E27FC236}">
                  <a16:creationId xmlns:a16="http://schemas.microsoft.com/office/drawing/2014/main" id="{6C392316-EB46-F645-E330-BB3B56C1E0B4}"/>
                </a:ext>
              </a:extLst>
            </p:cNvPr>
            <p:cNvSpPr/>
            <p:nvPr/>
          </p:nvSpPr>
          <p:spPr>
            <a:xfrm>
              <a:off x="4216" y="2604"/>
              <a:ext cx="300" cy="300"/>
            </a:xfrm>
            <a:prstGeom prst="rect">
              <a:avLst/>
            </a:prstGeom>
            <a:solidFill>
              <a:srgbClr val="FFFFFF"/>
            </a:solidFill>
            <a:ln>
              <a:noFill/>
            </a:ln>
          </p:spPr>
          <p:txBody>
            <a:bodyPr spcFirstLastPara="1" wrap="square" lIns="104206" tIns="52086" rIns="104206" bIns="52086" anchor="t" anchorCtr="0">
              <a:noAutofit/>
            </a:bodyPr>
            <a:lstStyle/>
            <a:p>
              <a:endParaRPr sz="1066"/>
            </a:p>
          </p:txBody>
        </p:sp>
        <p:sp>
          <p:nvSpPr>
            <p:cNvPr id="10541" name="Google Shape;10541;p9415">
              <a:extLst>
                <a:ext uri="{FF2B5EF4-FFF2-40B4-BE49-F238E27FC236}">
                  <a16:creationId xmlns:a16="http://schemas.microsoft.com/office/drawing/2014/main" id="{7EF675EB-D8B0-526A-A771-F2031CF0CA17}"/>
                </a:ext>
              </a:extLst>
            </p:cNvPr>
            <p:cNvSpPr/>
            <p:nvPr/>
          </p:nvSpPr>
          <p:spPr>
            <a:xfrm>
              <a:off x="4216" y="2034"/>
              <a:ext cx="300" cy="300"/>
            </a:xfrm>
            <a:prstGeom prst="rect">
              <a:avLst/>
            </a:prstGeom>
            <a:solidFill>
              <a:srgbClr val="FFFFFF"/>
            </a:solidFill>
            <a:ln>
              <a:noFill/>
            </a:ln>
          </p:spPr>
          <p:txBody>
            <a:bodyPr spcFirstLastPara="1" wrap="square" lIns="104206" tIns="52086" rIns="104206" bIns="52086" anchor="t" anchorCtr="0">
              <a:noAutofit/>
            </a:bodyPr>
            <a:lstStyle/>
            <a:p>
              <a:endParaRPr sz="1066"/>
            </a:p>
          </p:txBody>
        </p:sp>
        <p:sp>
          <p:nvSpPr>
            <p:cNvPr id="10542" name="Google Shape;10542;p9415">
              <a:extLst>
                <a:ext uri="{FF2B5EF4-FFF2-40B4-BE49-F238E27FC236}">
                  <a16:creationId xmlns:a16="http://schemas.microsoft.com/office/drawing/2014/main" id="{5287EACA-ED39-F7ED-A308-874D080CE6DC}"/>
                </a:ext>
              </a:extLst>
            </p:cNvPr>
            <p:cNvSpPr/>
            <p:nvPr/>
          </p:nvSpPr>
          <p:spPr>
            <a:xfrm>
              <a:off x="4446" y="1694"/>
              <a:ext cx="300" cy="300"/>
            </a:xfrm>
            <a:prstGeom prst="rect">
              <a:avLst/>
            </a:prstGeom>
            <a:solidFill>
              <a:srgbClr val="FFFFFF"/>
            </a:solidFill>
            <a:ln>
              <a:noFill/>
            </a:ln>
          </p:spPr>
          <p:txBody>
            <a:bodyPr spcFirstLastPara="1" wrap="square" lIns="104206" tIns="52086" rIns="104206" bIns="52086" anchor="t" anchorCtr="0">
              <a:noAutofit/>
            </a:bodyPr>
            <a:lstStyle/>
            <a:p>
              <a:endParaRPr sz="1066"/>
            </a:p>
          </p:txBody>
        </p:sp>
        <p:sp>
          <p:nvSpPr>
            <p:cNvPr id="10543" name="Google Shape;10543;p9415">
              <a:extLst>
                <a:ext uri="{FF2B5EF4-FFF2-40B4-BE49-F238E27FC236}">
                  <a16:creationId xmlns:a16="http://schemas.microsoft.com/office/drawing/2014/main" id="{7A64AA7B-4D54-76A6-6245-EBBB655DB3FB}"/>
                </a:ext>
              </a:extLst>
            </p:cNvPr>
            <p:cNvSpPr/>
            <p:nvPr/>
          </p:nvSpPr>
          <p:spPr>
            <a:xfrm>
              <a:off x="4036" y="4703"/>
              <a:ext cx="300" cy="300"/>
            </a:xfrm>
            <a:prstGeom prst="rect">
              <a:avLst/>
            </a:prstGeom>
            <a:solidFill>
              <a:srgbClr val="FFFFFF"/>
            </a:solidFill>
            <a:ln>
              <a:noFill/>
            </a:ln>
          </p:spPr>
          <p:txBody>
            <a:bodyPr spcFirstLastPara="1" wrap="square" lIns="104206" tIns="52086" rIns="104206" bIns="52086" anchor="t" anchorCtr="0">
              <a:noAutofit/>
            </a:bodyPr>
            <a:lstStyle/>
            <a:p>
              <a:endParaRPr sz="1066"/>
            </a:p>
          </p:txBody>
        </p:sp>
        <p:sp>
          <p:nvSpPr>
            <p:cNvPr id="10544" name="Google Shape;10544;p9415">
              <a:extLst>
                <a:ext uri="{FF2B5EF4-FFF2-40B4-BE49-F238E27FC236}">
                  <a16:creationId xmlns:a16="http://schemas.microsoft.com/office/drawing/2014/main" id="{3F2A604B-D428-5F02-E391-1A31B0DA1DFE}"/>
                </a:ext>
              </a:extLst>
            </p:cNvPr>
            <p:cNvSpPr/>
            <p:nvPr/>
          </p:nvSpPr>
          <p:spPr>
            <a:xfrm>
              <a:off x="5016" y="1694"/>
              <a:ext cx="300" cy="300"/>
            </a:xfrm>
            <a:prstGeom prst="rect">
              <a:avLst/>
            </a:prstGeom>
            <a:solidFill>
              <a:srgbClr val="FFFFFF"/>
            </a:solidFill>
            <a:ln>
              <a:noFill/>
            </a:ln>
          </p:spPr>
          <p:txBody>
            <a:bodyPr spcFirstLastPara="1" wrap="square" lIns="104206" tIns="52086" rIns="104206" bIns="52086" anchor="t" anchorCtr="0">
              <a:noAutofit/>
            </a:bodyPr>
            <a:lstStyle/>
            <a:p>
              <a:endParaRPr sz="1066"/>
            </a:p>
          </p:txBody>
        </p:sp>
        <p:sp>
          <p:nvSpPr>
            <p:cNvPr id="10545" name="Google Shape;10545;p9415">
              <a:extLst>
                <a:ext uri="{FF2B5EF4-FFF2-40B4-BE49-F238E27FC236}">
                  <a16:creationId xmlns:a16="http://schemas.microsoft.com/office/drawing/2014/main" id="{A2786AEF-1F55-E74D-68AE-F6E1F2BB9236}"/>
                </a:ext>
              </a:extLst>
            </p:cNvPr>
            <p:cNvSpPr/>
            <p:nvPr/>
          </p:nvSpPr>
          <p:spPr>
            <a:xfrm>
              <a:off x="4216" y="3745"/>
              <a:ext cx="300" cy="300"/>
            </a:xfrm>
            <a:prstGeom prst="rect">
              <a:avLst/>
            </a:prstGeom>
            <a:solidFill>
              <a:srgbClr val="FFFFFF"/>
            </a:solidFill>
            <a:ln>
              <a:noFill/>
            </a:ln>
          </p:spPr>
          <p:txBody>
            <a:bodyPr spcFirstLastPara="1" wrap="square" lIns="104206" tIns="52086" rIns="104206" bIns="52086" anchor="t" anchorCtr="0">
              <a:noAutofit/>
            </a:bodyPr>
            <a:lstStyle/>
            <a:p>
              <a:endParaRPr sz="1066"/>
            </a:p>
          </p:txBody>
        </p:sp>
        <p:sp>
          <p:nvSpPr>
            <p:cNvPr id="10546" name="Google Shape;10546;p9415">
              <a:extLst>
                <a:ext uri="{FF2B5EF4-FFF2-40B4-BE49-F238E27FC236}">
                  <a16:creationId xmlns:a16="http://schemas.microsoft.com/office/drawing/2014/main" id="{EF8547A4-7F1C-BB0D-20B8-A57526856043}"/>
                </a:ext>
              </a:extLst>
            </p:cNvPr>
            <p:cNvSpPr/>
            <p:nvPr/>
          </p:nvSpPr>
          <p:spPr>
            <a:xfrm>
              <a:off x="4216" y="3174"/>
              <a:ext cx="300" cy="300"/>
            </a:xfrm>
            <a:prstGeom prst="rect">
              <a:avLst/>
            </a:prstGeom>
            <a:solidFill>
              <a:srgbClr val="FFFFFF"/>
            </a:solidFill>
            <a:ln>
              <a:noFill/>
            </a:ln>
          </p:spPr>
          <p:txBody>
            <a:bodyPr spcFirstLastPara="1" wrap="square" lIns="104206" tIns="52086" rIns="104206" bIns="52086" anchor="t" anchorCtr="0">
              <a:noAutofit/>
            </a:bodyPr>
            <a:lstStyle/>
            <a:p>
              <a:endParaRPr sz="1066"/>
            </a:p>
          </p:txBody>
        </p:sp>
        <p:sp>
          <p:nvSpPr>
            <p:cNvPr id="10547" name="Google Shape;10547;p9415">
              <a:extLst>
                <a:ext uri="{FF2B5EF4-FFF2-40B4-BE49-F238E27FC236}">
                  <a16:creationId xmlns:a16="http://schemas.microsoft.com/office/drawing/2014/main" id="{0F9F145F-3402-82F0-166A-A86A27156DC4}"/>
                </a:ext>
              </a:extLst>
            </p:cNvPr>
            <p:cNvSpPr/>
            <p:nvPr/>
          </p:nvSpPr>
          <p:spPr>
            <a:xfrm>
              <a:off x="4216" y="4313"/>
              <a:ext cx="300" cy="300"/>
            </a:xfrm>
            <a:prstGeom prst="rect">
              <a:avLst/>
            </a:prstGeom>
            <a:solidFill>
              <a:srgbClr val="FFFFFF"/>
            </a:solidFill>
            <a:ln>
              <a:noFill/>
            </a:ln>
          </p:spPr>
          <p:txBody>
            <a:bodyPr spcFirstLastPara="1" wrap="square" lIns="104206" tIns="52086" rIns="104206" bIns="52086" anchor="t" anchorCtr="0">
              <a:noAutofit/>
            </a:bodyPr>
            <a:lstStyle/>
            <a:p>
              <a:endParaRPr sz="1066"/>
            </a:p>
          </p:txBody>
        </p:sp>
        <p:sp>
          <p:nvSpPr>
            <p:cNvPr id="10548" name="Google Shape;10548;p9415">
              <a:extLst>
                <a:ext uri="{FF2B5EF4-FFF2-40B4-BE49-F238E27FC236}">
                  <a16:creationId xmlns:a16="http://schemas.microsoft.com/office/drawing/2014/main" id="{F1F6CE60-B274-6076-57EE-65BFF80BF8E1}"/>
                </a:ext>
              </a:extLst>
            </p:cNvPr>
            <p:cNvSpPr/>
            <p:nvPr/>
          </p:nvSpPr>
          <p:spPr>
            <a:xfrm>
              <a:off x="5958" y="1166"/>
              <a:ext cx="910" cy="1404"/>
            </a:xfrm>
            <a:custGeom>
              <a:avLst/>
              <a:gdLst/>
              <a:ahLst/>
              <a:cxnLst/>
              <a:rect l="l" t="t" r="r" b="b"/>
              <a:pathLst>
                <a:path w="910" h="1404" extrusionOk="0">
                  <a:moveTo>
                    <a:pt x="202" y="1404"/>
                  </a:moveTo>
                  <a:lnTo>
                    <a:pt x="910" y="696"/>
                  </a:lnTo>
                  <a:lnTo>
                    <a:pt x="214" y="0"/>
                  </a:lnTo>
                  <a:lnTo>
                    <a:pt x="14" y="202"/>
                  </a:lnTo>
                  <a:lnTo>
                    <a:pt x="340" y="528"/>
                  </a:lnTo>
                  <a:lnTo>
                    <a:pt x="198" y="528"/>
                  </a:lnTo>
                  <a:lnTo>
                    <a:pt x="198" y="812"/>
                  </a:lnTo>
                  <a:lnTo>
                    <a:pt x="390" y="812"/>
                  </a:lnTo>
                  <a:lnTo>
                    <a:pt x="0" y="1202"/>
                  </a:lnTo>
                  <a:lnTo>
                    <a:pt x="202" y="1404"/>
                  </a:lnTo>
                  <a:close/>
                  <a:moveTo>
                    <a:pt x="482" y="670"/>
                  </a:moveTo>
                  <a:lnTo>
                    <a:pt x="508" y="696"/>
                  </a:lnTo>
                  <a:lnTo>
                    <a:pt x="482" y="720"/>
                  </a:lnTo>
                  <a:lnTo>
                    <a:pt x="482" y="670"/>
                  </a:lnTo>
                  <a:close/>
                </a:path>
              </a:pathLst>
            </a:custGeom>
            <a:solidFill>
              <a:srgbClr val="FFFFFF"/>
            </a:solidFill>
            <a:ln>
              <a:noFill/>
            </a:ln>
          </p:spPr>
          <p:txBody>
            <a:bodyPr spcFirstLastPara="1" wrap="square" lIns="104206" tIns="52086" rIns="104206" bIns="52086" anchor="t" anchorCtr="0">
              <a:noAutofit/>
            </a:bodyPr>
            <a:lstStyle/>
            <a:p>
              <a:endParaRPr sz="1066"/>
            </a:p>
          </p:txBody>
        </p:sp>
      </p:grpSp>
      <p:sp>
        <p:nvSpPr>
          <p:cNvPr id="16" name="Google Shape;10524;p9415">
            <a:extLst>
              <a:ext uri="{FF2B5EF4-FFF2-40B4-BE49-F238E27FC236}">
                <a16:creationId xmlns:a16="http://schemas.microsoft.com/office/drawing/2014/main" id="{4BCF5D04-8D34-5A46-54F2-5FCAC52DDD04}"/>
              </a:ext>
            </a:extLst>
          </p:cNvPr>
          <p:cNvSpPr txBox="1"/>
          <p:nvPr>
            <p:custDataLst>
              <p:tags r:id="rId5"/>
            </p:custDataLst>
          </p:nvPr>
        </p:nvSpPr>
        <p:spPr>
          <a:xfrm>
            <a:off x="6212516" y="2690792"/>
            <a:ext cx="5568696" cy="2970354"/>
          </a:xfrm>
          <a:prstGeom prst="rect">
            <a:avLst/>
          </a:prstGeom>
          <a:solidFill>
            <a:schemeClr val="lt1"/>
          </a:solidFill>
          <a:ln>
            <a:noFill/>
          </a:ln>
        </p:spPr>
        <p:txBody>
          <a:bodyPr spcFirstLastPara="1" wrap="square" lIns="45720" tIns="91440" rIns="45720" bIns="91440" anchor="t" anchorCtr="0">
            <a:normAutofit/>
          </a:bodyPr>
          <a:lstStyle/>
          <a:p>
            <a:pPr marL="118872" indent="-118872">
              <a:spcAft>
                <a:spcPts val="600"/>
              </a:spcAft>
              <a:buFont typeface="Arial" panose="020B0604020202020204" pitchFamily="34" charset="0"/>
              <a:buChar char="•"/>
            </a:pPr>
            <a:r>
              <a:rPr lang="en-US" sz="1200">
                <a:latin typeface="Georgia" panose="02040502050405020303" pitchFamily="18" charset="0"/>
              </a:rPr>
              <a:t>Customer query is embedded and matched against the policy knowledge base with semantic search.</a:t>
            </a:r>
          </a:p>
          <a:p>
            <a:pPr marL="118872" indent="-118872">
              <a:spcAft>
                <a:spcPts val="600"/>
              </a:spcAft>
              <a:buFont typeface="Arial" panose="020B0604020202020204" pitchFamily="34" charset="0"/>
              <a:buChar char="•"/>
            </a:pPr>
            <a:r>
              <a:rPr lang="en-US" sz="1200">
                <a:latin typeface="Georgia" panose="02040502050405020303" pitchFamily="18" charset="0"/>
              </a:rPr>
              <a:t>Top-3 policy snippets retrieved are presented with source citations for transparency.</a:t>
            </a:r>
          </a:p>
          <a:p>
            <a:pPr marL="118872" indent="-118872">
              <a:spcAft>
                <a:spcPts val="600"/>
              </a:spcAft>
              <a:buFont typeface="Arial" panose="020B0604020202020204" pitchFamily="34" charset="0"/>
              <a:buChar char="•"/>
            </a:pPr>
            <a:r>
              <a:rPr lang="en-US" sz="1200">
                <a:latin typeface="Georgia" panose="02040502050405020303" pitchFamily="18" charset="0"/>
              </a:rPr>
              <a:t>Response generation strictly cites these policies, eliminating invention or guesswork.</a:t>
            </a:r>
          </a:p>
          <a:p>
            <a:pPr marL="118872" indent="-118872">
              <a:spcAft>
                <a:spcPts val="600"/>
              </a:spcAft>
              <a:buFont typeface="Arial" panose="020B0604020202020204" pitchFamily="34" charset="0"/>
              <a:buChar char="•"/>
            </a:pPr>
            <a:r>
              <a:rPr lang="en-US" sz="1200">
                <a:latin typeface="Georgia" panose="02040502050405020303" pitchFamily="18" charset="0"/>
              </a:rPr>
              <a:t>Audit trail captures every referenced policy snippet with timestamp and confidence score.</a:t>
            </a:r>
          </a:p>
          <a:p>
            <a:pPr marL="118872" indent="-118872">
              <a:spcAft>
                <a:spcPts val="600"/>
              </a:spcAft>
              <a:buFont typeface="Arial" panose="020B0604020202020204" pitchFamily="34" charset="0"/>
              <a:buChar char="•"/>
            </a:pPr>
            <a:r>
              <a:rPr lang="en-US" sz="1200">
                <a:latin typeface="Georgia" panose="02040502050405020303" pitchFamily="18" charset="0"/>
              </a:rPr>
              <a:t>Supports regulatory compliance by providing verifiable, traceable response origins.</a:t>
            </a:r>
          </a:p>
          <a:p>
            <a:pPr marL="118872" indent="-118872">
              <a:spcAft>
                <a:spcPts val="600"/>
              </a:spcAft>
              <a:buFont typeface="Arial" panose="020B0604020202020204" pitchFamily="34" charset="0"/>
              <a:buChar char="•"/>
            </a:pPr>
            <a:r>
              <a:rPr lang="en-US" sz="1200">
                <a:latin typeface="Georgia" panose="02040502050405020303" pitchFamily="18" charset="0"/>
              </a:rPr>
              <a:t>Enables rapid debugging and continuous improvement through detailed retrieval logs.</a:t>
            </a:r>
          </a:p>
        </p:txBody>
      </p:sp>
      <p:sp>
        <p:nvSpPr>
          <p:cNvPr id="26" name="Title 1">
            <a:extLst>
              <a:ext uri="{FF2B5EF4-FFF2-40B4-BE49-F238E27FC236}">
                <a16:creationId xmlns:a16="http://schemas.microsoft.com/office/drawing/2014/main" id="{1A64CBBE-B2F3-4543-402B-BEDD444A0D58}"/>
              </a:ext>
            </a:extLst>
          </p:cNvPr>
          <p:cNvSpPr>
            <a:spLocks noGrp="1"/>
          </p:cNvSpPr>
          <p:nvPr>
            <p:ph type="title"/>
            <p:custDataLst>
              <p:tags r:id="rId6"/>
            </p:custDataLst>
          </p:nvPr>
        </p:nvSpPr>
        <p:spPr/>
        <p:txBody>
          <a:bodyPr/>
          <a:lstStyle/>
          <a:p>
            <a:r>
              <a:rPr lang="en-US"/>
              <a:t>RAG-Grounded Policy Retrieval Eliminates Hallucination</a:t>
            </a:r>
          </a:p>
        </p:txBody>
      </p:sp>
      <p:sp>
        <p:nvSpPr>
          <p:cNvPr id="13" name="TextBox 12">
            <a:extLst>
              <a:ext uri="{FF2B5EF4-FFF2-40B4-BE49-F238E27FC236}">
                <a16:creationId xmlns:a16="http://schemas.microsoft.com/office/drawing/2014/main" id="{83B40E1E-796C-D4F5-C0A2-C9F25FA58185}"/>
              </a:ext>
            </a:extLst>
          </p:cNvPr>
          <p:cNvSpPr txBox="1"/>
          <p:nvPr/>
        </p:nvSpPr>
        <p:spPr>
          <a:xfrm>
            <a:off x="7315200" y="6570921"/>
            <a:ext cx="0" cy="0"/>
          </a:xfrm>
          <a:prstGeom prst="rect">
            <a:avLst/>
          </a:prstGeom>
          <a:noFill/>
        </p:spPr>
        <p:txBody>
          <a:bodyPr wrap="none" lIns="0" tIns="0" rIns="0" bIns="0" rtlCol="0">
            <a:noAutofit/>
          </a:bodyPr>
          <a:lstStyle/>
          <a:p>
            <a:pPr algn="l"/>
            <a:endParaRPr lang="en-US" sz="1600" err="1">
              <a:latin typeface="+mj-lt"/>
            </a:endParaRPr>
          </a:p>
        </p:txBody>
      </p:sp>
      <p:sp>
        <p:nvSpPr>
          <p:cNvPr id="2" name="Footer Placeholder 1">
            <a:extLst>
              <a:ext uri="{FF2B5EF4-FFF2-40B4-BE49-F238E27FC236}">
                <a16:creationId xmlns:a16="http://schemas.microsoft.com/office/drawing/2014/main" id="{44D573F9-7F0D-29DC-3FA0-26DF0BEBA7B6}"/>
              </a:ext>
            </a:extLst>
          </p:cNvPr>
          <p:cNvSpPr txBox="1">
            <a:spLocks/>
          </p:cNvSpPr>
          <p:nvPr>
            <p:custDataLst>
              <p:tags r:id="rId7"/>
            </p:custDataLst>
          </p:nvPr>
        </p:nvSpPr>
        <p:spPr>
          <a:xfrm>
            <a:off x="1066800" y="6481591"/>
            <a:ext cx="8814816" cy="171450"/>
          </a:xfrm>
          <a:prstGeom prst="rect">
            <a:avLst/>
          </a:prstGeom>
        </p:spPr>
        <p:txBody>
          <a:bodyPr vert="horz" wrap="square" lIns="0" tIns="0" rIns="0" bIns="0" rtlCol="0" anchor="b" anchorCtr="0">
            <a:spAutoFit/>
          </a:bodyPr>
          <a:lstStyle>
            <a:defPPr>
              <a:defRPr lang="en-US"/>
            </a:defPPr>
            <a:lvl1pPr>
              <a:defRPr sz="1050" b="0">
                <a:solidFill>
                  <a:sysClr val="windowText" lastClr="000000"/>
                </a:solidFil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Policy Retrieval</a:t>
            </a:r>
          </a:p>
        </p:txBody>
      </p:sp>
      <p:sp>
        <p:nvSpPr>
          <p:cNvPr id="4" name="Google Shape;1318;p225">
            <a:extLst>
              <a:ext uri="{FF2B5EF4-FFF2-40B4-BE49-F238E27FC236}">
                <a16:creationId xmlns:a16="http://schemas.microsoft.com/office/drawing/2014/main" id="{A5A21751-215A-AE68-349D-04A9A9392A68}"/>
              </a:ext>
            </a:extLst>
          </p:cNvPr>
          <p:cNvSpPr/>
          <p:nvPr>
            <p:custDataLst>
              <p:tags r:id="rId8"/>
            </p:custDataLst>
          </p:nvPr>
        </p:nvSpPr>
        <p:spPr>
          <a:xfrm>
            <a:off x="397667" y="1290694"/>
            <a:ext cx="11404359" cy="630936"/>
          </a:xfrm>
          <a:prstGeom prst="rect">
            <a:avLst/>
          </a:prstGeom>
          <a:noFill/>
          <a:ln>
            <a:noFill/>
          </a:ln>
        </p:spPr>
        <p:txBody>
          <a:bodyPr spcFirstLastPara="1" wrap="square" lIns="0" tIns="0" rIns="0" bIns="0" anchor="t" anchorCtr="0">
            <a:normAutofit/>
          </a:bodyPr>
          <a:lstStyle/>
          <a:p>
            <a:pPr>
              <a:lnSpc>
                <a:spcPct val="115000"/>
              </a:lnSpc>
            </a:pPr>
            <a:r>
              <a:rPr lang="en-US" sz="1200"/>
              <a:t>Our Policy Retrieval Agent uses Retrieval-Augmented Generation (RAG) to ensure every customer support response is directly grounded in verified policy documents. This approach eliminates hallucination risks typical of generic LLMs, delivering reliable, auditable, and compliant answers with 100% grounding test success.</a:t>
            </a:r>
          </a:p>
        </p:txBody>
      </p:sp>
    </p:spTree>
    <p:custDataLst>
      <p:tags r:id="rId1"/>
    </p:custDataLst>
    <p:extLst>
      <p:ext uri="{BB962C8B-B14F-4D97-AF65-F5344CB8AC3E}">
        <p14:creationId xmlns:p14="http://schemas.microsoft.com/office/powerpoint/2010/main" val="3915389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defRPr sz="2800" b="1"/>
            </a:pPr>
            <a:r>
              <a:rPr lang="en-US" sz="5400" kern="1200" dirty="0">
                <a:solidFill>
                  <a:schemeClr val="tx1"/>
                </a:solidFill>
                <a:latin typeface="+mj-lt"/>
                <a:ea typeface="+mj-ea"/>
                <a:cs typeface="+mj-cs"/>
              </a:rPr>
              <a:t>Future Enhancements &amp; Scale-Up</a:t>
            </a:r>
          </a:p>
        </p:txBody>
      </p:sp>
      <p:sp>
        <p:nvSpPr>
          <p:cNvPr id="16"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838200" y="1929384"/>
            <a:ext cx="5649686" cy="1538883"/>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defRPr sz="1400" b="1"/>
            </a:pPr>
            <a:r>
              <a:rPr lang="en-US" sz="1400" dirty="0"/>
              <a:t>Short-term (Next Sprint)</a:t>
            </a:r>
          </a:p>
          <a:p>
            <a:pPr lvl="1" indent="-228600">
              <a:lnSpc>
                <a:spcPct val="90000"/>
              </a:lnSpc>
              <a:spcAft>
                <a:spcPts val="600"/>
              </a:spcAft>
              <a:buFont typeface="Arial" panose="020B0604020202020204" pitchFamily="34" charset="0"/>
              <a:buChar char="•"/>
              <a:defRPr sz="1100"/>
            </a:pPr>
            <a:r>
              <a:rPr lang="en-US" sz="1400" dirty="0"/>
              <a:t>Voice input (speech-to-text for phone)</a:t>
            </a:r>
          </a:p>
          <a:p>
            <a:pPr lvl="1" indent="-228600">
              <a:lnSpc>
                <a:spcPct val="90000"/>
              </a:lnSpc>
              <a:spcAft>
                <a:spcPts val="600"/>
              </a:spcAft>
              <a:buFont typeface="Arial" panose="020B0604020202020204" pitchFamily="34" charset="0"/>
              <a:buChar char="•"/>
              <a:defRPr sz="1100"/>
            </a:pPr>
            <a:r>
              <a:rPr lang="en-US" sz="1400" dirty="0"/>
              <a:t>Multi-language support (Hindi + English)</a:t>
            </a:r>
          </a:p>
          <a:p>
            <a:pPr lvl="1" indent="-228600">
              <a:lnSpc>
                <a:spcPct val="90000"/>
              </a:lnSpc>
              <a:spcAft>
                <a:spcPts val="600"/>
              </a:spcAft>
              <a:buFont typeface="Arial" panose="020B0604020202020204" pitchFamily="34" charset="0"/>
              <a:buChar char="•"/>
              <a:defRPr sz="1100"/>
            </a:pPr>
            <a:r>
              <a:rPr lang="en-US" sz="1400" dirty="0"/>
              <a:t>Customer satisfaction scoring (thumbs up/down)</a:t>
            </a:r>
          </a:p>
          <a:p>
            <a:pPr lvl="1" indent="-228600">
              <a:lnSpc>
                <a:spcPct val="90000"/>
              </a:lnSpc>
              <a:spcAft>
                <a:spcPts val="600"/>
              </a:spcAft>
              <a:buFont typeface="Arial" panose="020B0604020202020204" pitchFamily="34" charset="0"/>
              <a:buChar char="•"/>
              <a:defRPr sz="1100"/>
            </a:pPr>
            <a:r>
              <a:rPr lang="en-US" sz="1400" dirty="0"/>
              <a:t>A/B testing framework (compare models)</a:t>
            </a:r>
          </a:p>
        </p:txBody>
      </p:sp>
      <p:sp>
        <p:nvSpPr>
          <p:cNvPr id="5" name="TextBox 4"/>
          <p:cNvSpPr txBox="1"/>
          <p:nvPr/>
        </p:nvSpPr>
        <p:spPr>
          <a:xfrm>
            <a:off x="6879772" y="2009332"/>
            <a:ext cx="4474028" cy="1769715"/>
          </a:xfrm>
          <a:prstGeom prst="rect">
            <a:avLst/>
          </a:prstGeom>
          <a:noFill/>
        </p:spPr>
        <p:txBody>
          <a:bodyPr wrap="square">
            <a:spAutoFit/>
          </a:bodyPr>
          <a:lstStyle/>
          <a:p>
            <a:pPr marL="285750" indent="-285750">
              <a:spcAft>
                <a:spcPts val="600"/>
              </a:spcAft>
              <a:buFont typeface="Arial" panose="020B0604020202020204" pitchFamily="34" charset="0"/>
              <a:buChar char="•"/>
              <a:defRPr sz="1400" b="1"/>
            </a:pPr>
            <a:r>
              <a:rPr sz="1400" dirty="0"/>
              <a:t>Long-term (Roadmap)</a:t>
            </a:r>
            <a:endParaRPr lang="en-US" sz="1400" dirty="0"/>
          </a:p>
          <a:p>
            <a:pPr marL="742950" lvl="1" indent="-285750">
              <a:spcAft>
                <a:spcPts val="600"/>
              </a:spcAft>
              <a:buFont typeface="Arial" panose="020B0604020202020204" pitchFamily="34" charset="0"/>
              <a:buChar char="•"/>
              <a:defRPr sz="1100"/>
            </a:pPr>
            <a:r>
              <a:rPr sz="1400" dirty="0"/>
              <a:t>Proactive outreach (notify before complaint)</a:t>
            </a:r>
            <a:endParaRPr lang="en-US" sz="1400" dirty="0"/>
          </a:p>
          <a:p>
            <a:pPr marL="742950" lvl="1" indent="-285750">
              <a:spcAft>
                <a:spcPts val="600"/>
              </a:spcAft>
              <a:buFont typeface="Arial" panose="020B0604020202020204" pitchFamily="34" charset="0"/>
              <a:buChar char="•"/>
              <a:defRPr sz="1100"/>
            </a:pPr>
            <a:r>
              <a:rPr sz="1400" dirty="0"/>
              <a:t>Self-learning from resolved tickets</a:t>
            </a:r>
            <a:endParaRPr lang="en-US" sz="1400" dirty="0"/>
          </a:p>
          <a:p>
            <a:pPr marL="742950" lvl="1" indent="-285750">
              <a:spcAft>
                <a:spcPts val="600"/>
              </a:spcAft>
              <a:buFont typeface="Arial" panose="020B0604020202020204" pitchFamily="34" charset="0"/>
              <a:buChar char="•"/>
              <a:defRPr sz="1100"/>
            </a:pPr>
            <a:r>
              <a:rPr sz="1400" dirty="0"/>
              <a:t>Live CRM/ERP integration (Salesforce, SAP)</a:t>
            </a:r>
            <a:endParaRPr lang="en-US" sz="1400" dirty="0"/>
          </a:p>
          <a:p>
            <a:pPr marL="742950" lvl="1" indent="-285750">
              <a:spcAft>
                <a:spcPts val="600"/>
              </a:spcAft>
              <a:buFont typeface="Arial" panose="020B0604020202020204" pitchFamily="34" charset="0"/>
              <a:buChar char="•"/>
              <a:defRPr sz="1100"/>
            </a:pPr>
            <a:r>
              <a:rPr sz="1400" dirty="0"/>
              <a:t>Multi-modal (image analysis for damage)</a:t>
            </a:r>
            <a:endParaRPr lang="en-US" sz="1400" dirty="0"/>
          </a:p>
          <a:p>
            <a:pPr marL="742950" lvl="1" indent="-285750">
              <a:spcAft>
                <a:spcPts val="600"/>
              </a:spcAft>
              <a:buFont typeface="Arial" panose="020B0604020202020204" pitchFamily="34" charset="0"/>
              <a:buChar char="•"/>
              <a:defRPr sz="1100"/>
            </a:pPr>
            <a:r>
              <a:rPr sz="1400" dirty="0"/>
              <a:t>Agent auto-optimization &amp; benchmarking</a:t>
            </a:r>
            <a:endParaRPr lang="en-US" sz="1400" dirty="0"/>
          </a:p>
        </p:txBody>
      </p:sp>
      <p:sp>
        <p:nvSpPr>
          <p:cNvPr id="7" name="TextBox 6">
            <a:extLst>
              <a:ext uri="{FF2B5EF4-FFF2-40B4-BE49-F238E27FC236}">
                <a16:creationId xmlns:a16="http://schemas.microsoft.com/office/drawing/2014/main" id="{1BFC528E-150F-6880-5862-231EFCDB3BB0}"/>
              </a:ext>
            </a:extLst>
          </p:cNvPr>
          <p:cNvSpPr txBox="1"/>
          <p:nvPr/>
        </p:nvSpPr>
        <p:spPr>
          <a:xfrm>
            <a:off x="6879772" y="3985888"/>
            <a:ext cx="3982859" cy="1184940"/>
          </a:xfrm>
          <a:prstGeom prst="rect">
            <a:avLst/>
          </a:prstGeom>
          <a:noFill/>
        </p:spPr>
        <p:txBody>
          <a:bodyPr wrap="square">
            <a:spAutoFit/>
          </a:bodyPr>
          <a:lstStyle/>
          <a:p>
            <a:pPr marL="285750" indent="-285750">
              <a:spcAft>
                <a:spcPts val="600"/>
              </a:spcAft>
              <a:buFont typeface="Arial" panose="020B0604020202020204" pitchFamily="34" charset="0"/>
              <a:buChar char="•"/>
              <a:defRPr sz="1400" b="1"/>
            </a:pPr>
            <a:r>
              <a:rPr lang="en-US" sz="1400" dirty="0"/>
              <a:t>Architecture is Ready</a:t>
            </a:r>
          </a:p>
          <a:p>
            <a:pPr marL="628650" lvl="1" indent="-171450">
              <a:spcAft>
                <a:spcPts val="600"/>
              </a:spcAft>
              <a:buFont typeface="Arial" panose="020B0604020202020204" pitchFamily="34" charset="0"/>
              <a:buChar char="•"/>
              <a:defRPr sz="1100"/>
            </a:pPr>
            <a:r>
              <a:rPr lang="en-US" sz="1400" dirty="0"/>
              <a:t>All agent function signatures stay the same.</a:t>
            </a:r>
          </a:p>
          <a:p>
            <a:pPr marL="628650" lvl="1" indent="-171450">
              <a:spcAft>
                <a:spcPts val="600"/>
              </a:spcAft>
              <a:buFont typeface="Arial" panose="020B0604020202020204" pitchFamily="34" charset="0"/>
              <a:buChar char="•"/>
              <a:defRPr sz="1100"/>
            </a:pPr>
            <a:r>
              <a:rPr lang="en-US" sz="1400" dirty="0"/>
              <a:t>Swap data layer without changing AI logic.</a:t>
            </a:r>
          </a:p>
          <a:p>
            <a:pPr marL="628650" lvl="1" indent="-171450">
              <a:spcAft>
                <a:spcPts val="600"/>
              </a:spcAft>
              <a:buFont typeface="Arial" panose="020B0604020202020204" pitchFamily="34" charset="0"/>
              <a:buChar char="•"/>
              <a:defRPr sz="1100"/>
            </a:pPr>
            <a:r>
              <a:rPr lang="en-US" sz="1400" dirty="0"/>
              <a:t>Zero downtime migration path documented</a:t>
            </a:r>
          </a:p>
        </p:txBody>
      </p:sp>
      <p:sp>
        <p:nvSpPr>
          <p:cNvPr id="9" name="TextBox 8">
            <a:extLst>
              <a:ext uri="{FF2B5EF4-FFF2-40B4-BE49-F238E27FC236}">
                <a16:creationId xmlns:a16="http://schemas.microsoft.com/office/drawing/2014/main" id="{C07C7A88-38F8-FA15-3081-4F06FD9270AB}"/>
              </a:ext>
            </a:extLst>
          </p:cNvPr>
          <p:cNvSpPr txBox="1"/>
          <p:nvPr/>
        </p:nvSpPr>
        <p:spPr>
          <a:xfrm>
            <a:off x="1024781" y="3628163"/>
            <a:ext cx="6094476" cy="1769715"/>
          </a:xfrm>
          <a:prstGeom prst="rect">
            <a:avLst/>
          </a:prstGeom>
          <a:noFill/>
        </p:spPr>
        <p:txBody>
          <a:bodyPr wrap="square">
            <a:spAutoFit/>
          </a:bodyPr>
          <a:lstStyle/>
          <a:p>
            <a:pPr marL="285750" indent="-285750">
              <a:spcAft>
                <a:spcPts val="600"/>
              </a:spcAft>
              <a:buFont typeface="Arial" panose="020B0604020202020204" pitchFamily="34" charset="0"/>
              <a:buChar char="•"/>
              <a:defRPr sz="1400" b="1"/>
            </a:pPr>
            <a:r>
              <a:rPr lang="en-US" sz="1400" dirty="0"/>
              <a:t>Medium-term (Production)</a:t>
            </a:r>
          </a:p>
          <a:p>
            <a:pPr marL="742950" lvl="1" indent="-285750">
              <a:spcAft>
                <a:spcPts val="600"/>
              </a:spcAft>
              <a:buFont typeface="Arial" panose="020B0604020202020204" pitchFamily="34" charset="0"/>
              <a:buChar char="•"/>
              <a:defRPr sz="1100"/>
            </a:pPr>
            <a:r>
              <a:rPr lang="en-US" sz="1400" dirty="0"/>
              <a:t>Azure Cosmos DB (replace JSON)</a:t>
            </a:r>
          </a:p>
          <a:p>
            <a:pPr marL="742950" lvl="1" indent="-285750">
              <a:spcAft>
                <a:spcPts val="600"/>
              </a:spcAft>
              <a:buFont typeface="Arial" panose="020B0604020202020204" pitchFamily="34" charset="0"/>
              <a:buChar char="•"/>
              <a:defRPr sz="1100"/>
            </a:pPr>
            <a:r>
              <a:rPr lang="en-US" sz="1400" dirty="0"/>
              <a:t>Azure AI Search (enterprise RAG)</a:t>
            </a:r>
          </a:p>
          <a:p>
            <a:pPr marL="742950" lvl="1" indent="-285750">
              <a:spcAft>
                <a:spcPts val="600"/>
              </a:spcAft>
              <a:buFont typeface="Arial" panose="020B0604020202020204" pitchFamily="34" charset="0"/>
              <a:buChar char="•"/>
              <a:defRPr sz="1100"/>
            </a:pPr>
            <a:r>
              <a:rPr lang="en-US" sz="1400" dirty="0"/>
              <a:t>Azure OpenAI Service (SLA + privacy)</a:t>
            </a:r>
          </a:p>
          <a:p>
            <a:pPr marL="742950" lvl="1" indent="-285750">
              <a:spcAft>
                <a:spcPts val="600"/>
              </a:spcAft>
              <a:buFont typeface="Arial" panose="020B0604020202020204" pitchFamily="34" charset="0"/>
              <a:buChar char="•"/>
              <a:defRPr sz="1100"/>
            </a:pPr>
            <a:r>
              <a:rPr lang="en-US" sz="1400" dirty="0"/>
              <a:t>Redis session cache (scale multi-turn)</a:t>
            </a:r>
          </a:p>
          <a:p>
            <a:pPr marL="742950" lvl="1" indent="-285750">
              <a:spcAft>
                <a:spcPts val="600"/>
              </a:spcAft>
              <a:buFont typeface="Arial" panose="020B0604020202020204" pitchFamily="34" charset="0"/>
              <a:buChar char="•"/>
              <a:defRPr sz="1100"/>
            </a:pPr>
            <a:r>
              <a:rPr lang="en-US" sz="1400" dirty="0"/>
              <a:t>Real-time dashboard (Power BI)</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LUS_SLIDE_ID" val="jzGlJEM7vNNo5IyPlntO2t"/>
  <p:tag name="PLUS_SLIDE_PPT_ID" val="2147481990#4061790883"/>
</p:tagLst>
</file>

<file path=ppt/tags/tag2.xml><?xml version="1.0" encoding="utf-8"?>
<p:tagLst xmlns:a="http://schemas.openxmlformats.org/drawingml/2006/main" xmlns:r="http://schemas.openxmlformats.org/officeDocument/2006/relationships" xmlns:p="http://schemas.openxmlformats.org/presentationml/2006/main">
  <p:tag name="PLUS_ID" val="presentation_title"/>
</p:tagLst>
</file>

<file path=ppt/tags/tag3.xml><?xml version="1.0" encoding="utf-8"?>
<p:tagLst xmlns:a="http://schemas.openxmlformats.org/drawingml/2006/main" xmlns:r="http://schemas.openxmlformats.org/officeDocument/2006/relationships" xmlns:p="http://schemas.openxmlformats.org/presentationml/2006/main">
  <p:tag name="PLUS_ID" val="date"/>
</p:tagLst>
</file>

<file path=ppt/tags/tag4.xml><?xml version="1.0" encoding="utf-8"?>
<p:tagLst xmlns:a="http://schemas.openxmlformats.org/drawingml/2006/main" xmlns:r="http://schemas.openxmlformats.org/officeDocument/2006/relationships" xmlns:p="http://schemas.openxmlformats.org/presentationml/2006/main">
  <p:tag name="PLUS_SLIDE_ID" val="GYc3aldjjUSjWkHEupfqlj"/>
  <p:tag name="PLUS_SLIDE_PPT_ID" val="2147482107#1284186889"/>
</p:tagLst>
</file>

<file path=ppt/tags/tag5.xml><?xml version="1.0" encoding="utf-8"?>
<p:tagLst xmlns:a="http://schemas.openxmlformats.org/drawingml/2006/main" xmlns:r="http://schemas.openxmlformats.org/officeDocument/2006/relationships" xmlns:p="http://schemas.openxmlformats.org/presentationml/2006/main">
  <p:tag name="PLUS_ID" val="title"/>
</p:tagLst>
</file>

<file path=ppt/tags/tag6.xml><?xml version="1.0" encoding="utf-8"?>
<p:tagLst xmlns:a="http://schemas.openxmlformats.org/drawingml/2006/main" xmlns:r="http://schemas.openxmlformats.org/officeDocument/2006/relationships" xmlns:p="http://schemas.openxmlformats.org/presentationml/2006/main">
  <p:tag name="PLUS_ID" val="chapter"/>
</p:tagLst>
</file>

<file path=ppt/tags/tag7.xml><?xml version="1.0" encoding="utf-8"?>
<p:tagLst xmlns:a="http://schemas.openxmlformats.org/drawingml/2006/main" xmlns:r="http://schemas.openxmlformats.org/officeDocument/2006/relationships" xmlns:p="http://schemas.openxmlformats.org/presentationml/2006/main">
  <p:tag name="PLUS_ID" val="takeaway"/>
</p:tagLst>
</file>

<file path=ppt/tags/tag8.xml><?xml version="1.0" encoding="utf-8"?>
<p:tagLst xmlns:a="http://schemas.openxmlformats.org/drawingml/2006/main" xmlns:r="http://schemas.openxmlformats.org/officeDocument/2006/relationships" xmlns:p="http://schemas.openxmlformats.org/presentationml/2006/main">
  <p:tag name="PLUS_ID" val="detail_0"/>
</p:tagLst>
</file>

<file path=ppt/tags/tag9.xml><?xml version="1.0" encoding="utf-8"?>
<p:tagLst xmlns:a="http://schemas.openxmlformats.org/drawingml/2006/main" xmlns:r="http://schemas.openxmlformats.org/officeDocument/2006/relationships" xmlns:p="http://schemas.openxmlformats.org/presentationml/2006/main">
  <p:tag name="PLUS_ID" val="header_0"/>
</p:tagLst>
</file>

<file path=ppt/tags/tag10.xml><?xml version="1.0" encoding="utf-8"?>
<p:tagLst xmlns:a="http://schemas.openxmlformats.org/drawingml/2006/main" xmlns:r="http://schemas.openxmlformats.org/officeDocument/2006/relationships" xmlns:p="http://schemas.openxmlformats.org/presentationml/2006/main">
  <p:tag name="PLUS_ID" val="detail_2"/>
</p:tagLst>
</file>

<file path=ppt/tags/tag11.xml><?xml version="1.0" encoding="utf-8"?>
<p:tagLst xmlns:a="http://schemas.openxmlformats.org/drawingml/2006/main" xmlns:r="http://schemas.openxmlformats.org/officeDocument/2006/relationships" xmlns:p="http://schemas.openxmlformats.org/presentationml/2006/main">
  <p:tag name="PLUS_ID" val="header_2"/>
</p:tagLst>
</file>

<file path=ppt/tags/tag12.xml><?xml version="1.0" encoding="utf-8"?>
<p:tagLst xmlns:a="http://schemas.openxmlformats.org/drawingml/2006/main" xmlns:r="http://schemas.openxmlformats.org/officeDocument/2006/relationships" xmlns:p="http://schemas.openxmlformats.org/presentationml/2006/main">
  <p:tag name="PLUS_ID" val="detail_1"/>
</p:tagLst>
</file>

<file path=ppt/tags/tag13.xml><?xml version="1.0" encoding="utf-8"?>
<p:tagLst xmlns:a="http://schemas.openxmlformats.org/drawingml/2006/main" xmlns:r="http://schemas.openxmlformats.org/officeDocument/2006/relationships" xmlns:p="http://schemas.openxmlformats.org/presentationml/2006/main">
  <p:tag name="PLUS_ID" val="header_1"/>
</p:tagLst>
</file>

<file path=ppt/tags/tag14.xml><?xml version="1.0" encoding="utf-8"?>
<p:tagLst xmlns:a="http://schemas.openxmlformats.org/drawingml/2006/main" xmlns:r="http://schemas.openxmlformats.org/officeDocument/2006/relationships" xmlns:p="http://schemas.openxmlformats.org/presentationml/2006/main">
  <p:tag name="PLUS_ID" val="detail_3"/>
</p:tagLst>
</file>

<file path=ppt/tags/tag15.xml><?xml version="1.0" encoding="utf-8"?>
<p:tagLst xmlns:a="http://schemas.openxmlformats.org/drawingml/2006/main" xmlns:r="http://schemas.openxmlformats.org/officeDocument/2006/relationships" xmlns:p="http://schemas.openxmlformats.org/presentationml/2006/main">
  <p:tag name="PLUS_ID" val="header_3"/>
</p:tagLst>
</file>

<file path=ppt/tags/tag16.xml><?xml version="1.0" encoding="utf-8"?>
<p:tagLst xmlns:a="http://schemas.openxmlformats.org/drawingml/2006/main" xmlns:r="http://schemas.openxmlformats.org/officeDocument/2006/relationships" xmlns:p="http://schemas.openxmlformats.org/presentationml/2006/main">
  <p:tag name="PLUS_SLIDE_ID" val="YGw8kjq05qPFKRUpe2dFMd"/>
  <p:tag name="PLUS_SLIDE_PPT_ID" val="2147482122#755622683"/>
</p:tagLst>
</file>

<file path=ppt/tags/tag17.xml><?xml version="1.0" encoding="utf-8"?>
<p:tagLst xmlns:a="http://schemas.openxmlformats.org/drawingml/2006/main" xmlns:r="http://schemas.openxmlformats.org/officeDocument/2006/relationships" xmlns:p="http://schemas.openxmlformats.org/presentationml/2006/main">
  <p:tag name="PLUS_ID" val="title"/>
</p:tagLst>
</file>

<file path=ppt/tags/tag18.xml><?xml version="1.0" encoding="utf-8"?>
<p:tagLst xmlns:a="http://schemas.openxmlformats.org/drawingml/2006/main" xmlns:r="http://schemas.openxmlformats.org/officeDocument/2006/relationships" xmlns:p="http://schemas.openxmlformats.org/presentationml/2006/main">
  <p:tag name="PLUS_ID" val="chapter"/>
</p:tagLst>
</file>

<file path=ppt/tags/tag19.xml><?xml version="1.0" encoding="utf-8"?>
<p:tagLst xmlns:a="http://schemas.openxmlformats.org/drawingml/2006/main" xmlns:r="http://schemas.openxmlformats.org/officeDocument/2006/relationships" xmlns:p="http://schemas.openxmlformats.org/presentationml/2006/main">
  <p:tag name="PLUS_ID" val="header_0"/>
</p:tagLst>
</file>

<file path=ppt/tags/tag20.xml><?xml version="1.0" encoding="utf-8"?>
<p:tagLst xmlns:a="http://schemas.openxmlformats.org/drawingml/2006/main" xmlns:r="http://schemas.openxmlformats.org/officeDocument/2006/relationships" xmlns:p="http://schemas.openxmlformats.org/presentationml/2006/main">
  <p:tag name="PLUS_ID" val="header_1"/>
</p:tagLst>
</file>

<file path=ppt/tags/tag21.xml><?xml version="1.0" encoding="utf-8"?>
<p:tagLst xmlns:a="http://schemas.openxmlformats.org/drawingml/2006/main" xmlns:r="http://schemas.openxmlformats.org/officeDocument/2006/relationships" xmlns:p="http://schemas.openxmlformats.org/presentationml/2006/main">
  <p:tag name="PLUS_ID" val="detail_0"/>
</p:tagLst>
</file>

<file path=ppt/tags/tag22.xml><?xml version="1.0" encoding="utf-8"?>
<p:tagLst xmlns:a="http://schemas.openxmlformats.org/drawingml/2006/main" xmlns:r="http://schemas.openxmlformats.org/officeDocument/2006/relationships" xmlns:p="http://schemas.openxmlformats.org/presentationml/2006/main">
  <p:tag name="PLUS_ID" val="detail_1"/>
</p:tagLst>
</file>

<file path=ppt/tags/tag23.xml><?xml version="1.0" encoding="utf-8"?>
<p:tagLst xmlns:a="http://schemas.openxmlformats.org/drawingml/2006/main" xmlns:r="http://schemas.openxmlformats.org/officeDocument/2006/relationships" xmlns:p="http://schemas.openxmlformats.org/presentationml/2006/main">
  <p:tag name="PLUS_ID" val="header_2"/>
</p:tagLst>
</file>

<file path=ppt/tags/tag24.xml><?xml version="1.0" encoding="utf-8"?>
<p:tagLst xmlns:a="http://schemas.openxmlformats.org/drawingml/2006/main" xmlns:r="http://schemas.openxmlformats.org/officeDocument/2006/relationships" xmlns:p="http://schemas.openxmlformats.org/presentationml/2006/main">
  <p:tag name="PLUS_ID" val="detail_2"/>
</p:tagLst>
</file>

<file path=ppt/tags/tag25.xml><?xml version="1.0" encoding="utf-8"?>
<p:tagLst xmlns:a="http://schemas.openxmlformats.org/drawingml/2006/main" xmlns:r="http://schemas.openxmlformats.org/officeDocument/2006/relationships" xmlns:p="http://schemas.openxmlformats.org/presentationml/2006/main">
  <p:tag name="PLUS_ID" val="header_3"/>
</p:tagLst>
</file>

<file path=ppt/tags/tag26.xml><?xml version="1.0" encoding="utf-8"?>
<p:tagLst xmlns:a="http://schemas.openxmlformats.org/drawingml/2006/main" xmlns:r="http://schemas.openxmlformats.org/officeDocument/2006/relationships" xmlns:p="http://schemas.openxmlformats.org/presentationml/2006/main">
  <p:tag name="PLUS_ID" val="detail_3"/>
</p:tagLst>
</file>

<file path=ppt/tags/tag27.xml><?xml version="1.0" encoding="utf-8"?>
<p:tagLst xmlns:a="http://schemas.openxmlformats.org/drawingml/2006/main" xmlns:r="http://schemas.openxmlformats.org/officeDocument/2006/relationships" xmlns:p="http://schemas.openxmlformats.org/presentationml/2006/main">
  <p:tag name="PLUS_SLIDE_ID" val="jzGlJEM7vNNo5IyPlntXub"/>
  <p:tag name="PLUS_SLIDE_PPT_ID" val="2147482077#2290973032"/>
</p:tagLst>
</file>

<file path=ppt/tags/tag28.xml><?xml version="1.0" encoding="utf-8"?>
<p:tagLst xmlns:a="http://schemas.openxmlformats.org/drawingml/2006/main" xmlns:r="http://schemas.openxmlformats.org/officeDocument/2006/relationships" xmlns:p="http://schemas.openxmlformats.org/presentationml/2006/main">
  <p:tag name="PLUS_ID" val="header_0"/>
</p:tagLst>
</file>

<file path=ppt/tags/tag29.xml><?xml version="1.0" encoding="utf-8"?>
<p:tagLst xmlns:a="http://schemas.openxmlformats.org/drawingml/2006/main" xmlns:r="http://schemas.openxmlformats.org/officeDocument/2006/relationships" xmlns:p="http://schemas.openxmlformats.org/presentationml/2006/main">
  <p:tag name="PLUS_ID" val="header_1"/>
</p:tagLst>
</file>

<file path=ppt/tags/tag30.xml><?xml version="1.0" encoding="utf-8"?>
<p:tagLst xmlns:a="http://schemas.openxmlformats.org/drawingml/2006/main" xmlns:r="http://schemas.openxmlformats.org/officeDocument/2006/relationships" xmlns:p="http://schemas.openxmlformats.org/presentationml/2006/main">
  <p:tag name="PLUS_ID" val="detail_0"/>
</p:tagLst>
</file>

<file path=ppt/tags/tag31.xml><?xml version="1.0" encoding="utf-8"?>
<p:tagLst xmlns:a="http://schemas.openxmlformats.org/drawingml/2006/main" xmlns:r="http://schemas.openxmlformats.org/officeDocument/2006/relationships" xmlns:p="http://schemas.openxmlformats.org/presentationml/2006/main">
  <p:tag name="PLUS_ID" val="detail_1"/>
</p:tagLst>
</file>

<file path=ppt/tags/tag32.xml><?xml version="1.0" encoding="utf-8"?>
<p:tagLst xmlns:a="http://schemas.openxmlformats.org/drawingml/2006/main" xmlns:r="http://schemas.openxmlformats.org/officeDocument/2006/relationships" xmlns:p="http://schemas.openxmlformats.org/presentationml/2006/main">
  <p:tag name="PLUS_ID" val="title"/>
</p:tagLst>
</file>

<file path=ppt/tags/tag33.xml><?xml version="1.0" encoding="utf-8"?>
<p:tagLst xmlns:a="http://schemas.openxmlformats.org/drawingml/2006/main" xmlns:r="http://schemas.openxmlformats.org/officeDocument/2006/relationships" xmlns:p="http://schemas.openxmlformats.org/presentationml/2006/main">
  <p:tag name="PLUS_ID" val="chapter"/>
</p:tagLst>
</file>

<file path=ppt/tags/tag34.xml><?xml version="1.0" encoding="utf-8"?>
<p:tagLst xmlns:a="http://schemas.openxmlformats.org/drawingml/2006/main" xmlns:r="http://schemas.openxmlformats.org/officeDocument/2006/relationships" xmlns:p="http://schemas.openxmlformats.org/presentationml/2006/main">
  <p:tag name="PLUS_ID" val="takeaway"/>
</p:tagLst>
</file>

<file path=ppt/tags/tag35.xml><?xml version="1.0" encoding="utf-8"?>
<p:tagLst xmlns:a="http://schemas.openxmlformats.org/drawingml/2006/main" xmlns:r="http://schemas.openxmlformats.org/officeDocument/2006/relationships" xmlns:p="http://schemas.openxmlformats.org/presentationml/2006/main">
  <p:tag name="PLUS_SLIDE_ID" val="jzGlJEM7vNNo5IyPlntZGN"/>
  <p:tag name="PLUS_SLIDE_PPT_ID" val="2147482123#2147371676"/>
</p:tagLst>
</file>

<file path=ppt/tags/tag36.xml><?xml version="1.0" encoding="utf-8"?>
<p:tagLst xmlns:a="http://schemas.openxmlformats.org/drawingml/2006/main" xmlns:r="http://schemas.openxmlformats.org/officeDocument/2006/relationships" xmlns:p="http://schemas.openxmlformats.org/presentationml/2006/main">
  <p:tag name="PLUS_ID" val="title"/>
</p:tagLst>
</file>

<file path=ppt/tags/tag37.xml><?xml version="1.0" encoding="utf-8"?>
<p:tagLst xmlns:a="http://schemas.openxmlformats.org/drawingml/2006/main" xmlns:r="http://schemas.openxmlformats.org/officeDocument/2006/relationships" xmlns:p="http://schemas.openxmlformats.org/presentationml/2006/main">
  <p:tag name="PLUS_ID" val="chapter"/>
</p:tagLst>
</file>

<file path=ppt/tags/tag38.xml><?xml version="1.0" encoding="utf-8"?>
<p:tagLst xmlns:a="http://schemas.openxmlformats.org/drawingml/2006/main" xmlns:r="http://schemas.openxmlformats.org/officeDocument/2006/relationships" xmlns:p="http://schemas.openxmlformats.org/presentationml/2006/main">
  <p:tag name="PLUS_ID" val="takeaway"/>
</p:tagLst>
</file>

<file path=ppt/tags/tag39.xml><?xml version="1.0" encoding="utf-8"?>
<p:tagLst xmlns:a="http://schemas.openxmlformats.org/drawingml/2006/main" xmlns:r="http://schemas.openxmlformats.org/officeDocument/2006/relationships" xmlns:p="http://schemas.openxmlformats.org/presentationml/2006/main">
  <p:tag name="PLUS_ID" val="header_0"/>
</p:tagLst>
</file>

<file path=ppt/tags/tag40.xml><?xml version="1.0" encoding="utf-8"?>
<p:tagLst xmlns:a="http://schemas.openxmlformats.org/drawingml/2006/main" xmlns:r="http://schemas.openxmlformats.org/officeDocument/2006/relationships" xmlns:p="http://schemas.openxmlformats.org/presentationml/2006/main">
  <p:tag name="PLUS_ID" val="header_1"/>
</p:tagLst>
</file>

<file path=ppt/tags/tag41.xml><?xml version="1.0" encoding="utf-8"?>
<p:tagLst xmlns:a="http://schemas.openxmlformats.org/drawingml/2006/main" xmlns:r="http://schemas.openxmlformats.org/officeDocument/2006/relationships" xmlns:p="http://schemas.openxmlformats.org/presentationml/2006/main">
  <p:tag name="PLUS_ID" val="detail_0"/>
</p:tagLst>
</file>

<file path=ppt/tags/tag42.xml><?xml version="1.0" encoding="utf-8"?>
<p:tagLst xmlns:a="http://schemas.openxmlformats.org/drawingml/2006/main" xmlns:r="http://schemas.openxmlformats.org/officeDocument/2006/relationships" xmlns:p="http://schemas.openxmlformats.org/presentationml/2006/main">
  <p:tag name="PLUS_ID" val="detail_1"/>
</p:tagLst>
</file>

<file path=ppt/tags/tag43.xml><?xml version="1.0" encoding="utf-8"?>
<p:tagLst xmlns:a="http://schemas.openxmlformats.org/drawingml/2006/main" xmlns:r="http://schemas.openxmlformats.org/officeDocument/2006/relationships" xmlns:p="http://schemas.openxmlformats.org/presentationml/2006/main">
  <p:tag name="PLUS_ID" val="header_2"/>
</p:tagLst>
</file>

<file path=ppt/tags/tag44.xml><?xml version="1.0" encoding="utf-8"?>
<p:tagLst xmlns:a="http://schemas.openxmlformats.org/drawingml/2006/main" xmlns:r="http://schemas.openxmlformats.org/officeDocument/2006/relationships" xmlns:p="http://schemas.openxmlformats.org/presentationml/2006/main">
  <p:tag name="PLUS_ID" val="detail_2"/>
</p:tagLst>
</file>

<file path=ppt/tags/tag45.xml><?xml version="1.0" encoding="utf-8"?>
<p:tagLst xmlns:a="http://schemas.openxmlformats.org/drawingml/2006/main" xmlns:r="http://schemas.openxmlformats.org/officeDocument/2006/relationships" xmlns:p="http://schemas.openxmlformats.org/presentationml/2006/main">
  <p:tag name="PLUS_SLIDE_ID" val="GYc3aldjjUSjWkHEuphhoB"/>
  <p:tag name="PLUS_SLIDE_PPT_ID" val="2147482176#2474424646"/>
</p:tagLst>
</file>

<file path=ppt/tags/tag46.xml><?xml version="1.0" encoding="utf-8"?>
<p:tagLst xmlns:a="http://schemas.openxmlformats.org/drawingml/2006/main" xmlns:r="http://schemas.openxmlformats.org/officeDocument/2006/relationships" xmlns:p="http://schemas.openxmlformats.org/presentationml/2006/main">
  <p:tag name="PLUS_ID" val="chapter"/>
</p:tagLst>
</file>

<file path=ppt/tags/tag47.xml><?xml version="1.0" encoding="utf-8"?>
<p:tagLst xmlns:a="http://schemas.openxmlformats.org/drawingml/2006/main" xmlns:r="http://schemas.openxmlformats.org/officeDocument/2006/relationships" xmlns:p="http://schemas.openxmlformats.org/presentationml/2006/main">
  <p:tag name="PLUS_ID" val="chart_title"/>
</p:tagLst>
</file>

<file path=ppt/tags/tag48.xml><?xml version="1.0" encoding="utf-8"?>
<p:tagLst xmlns:a="http://schemas.openxmlformats.org/drawingml/2006/main" xmlns:r="http://schemas.openxmlformats.org/officeDocument/2006/relationships" xmlns:p="http://schemas.openxmlformats.org/presentationml/2006/main">
  <p:tag name="PLUS_ID" val="chart"/>
</p:tagLst>
</file>

<file path=ppt/tags/tag49.xml><?xml version="1.0" encoding="utf-8"?>
<p:tagLst xmlns:a="http://schemas.openxmlformats.org/drawingml/2006/main" xmlns:r="http://schemas.openxmlformats.org/officeDocument/2006/relationships" xmlns:p="http://schemas.openxmlformats.org/presentationml/2006/main">
  <p:tag name="PLUS_ID" val="chart_callout"/>
</p:tagLst>
</file>

<file path=ppt/tags/tag50.xml><?xml version="1.0" encoding="utf-8"?>
<p:tagLst xmlns:a="http://schemas.openxmlformats.org/drawingml/2006/main" xmlns:r="http://schemas.openxmlformats.org/officeDocument/2006/relationships" xmlns:p="http://schemas.openxmlformats.org/presentationml/2006/main">
  <p:tag name="PLUS_ID" val="detail"/>
</p:tagLst>
</file>

<file path=ppt/tags/tag51.xml><?xml version="1.0" encoding="utf-8"?>
<p:tagLst xmlns:a="http://schemas.openxmlformats.org/drawingml/2006/main" xmlns:r="http://schemas.openxmlformats.org/officeDocument/2006/relationships" xmlns:p="http://schemas.openxmlformats.org/presentationml/2006/main">
  <p:tag name="PLUS_ID" val="header"/>
</p:tagLst>
</file>

<file path=ppt/tags/tag52.xml><?xml version="1.0" encoding="utf-8"?>
<p:tagLst xmlns:a="http://schemas.openxmlformats.org/drawingml/2006/main" xmlns:r="http://schemas.openxmlformats.org/officeDocument/2006/relationships" xmlns:p="http://schemas.openxmlformats.org/presentationml/2006/main">
  <p:tag name="PLUS_ID" val="takeaway"/>
</p:tagLst>
</file>

<file path=ppt/tags/tag53.xml><?xml version="1.0" encoding="utf-8"?>
<p:tagLst xmlns:a="http://schemas.openxmlformats.org/drawingml/2006/main" xmlns:r="http://schemas.openxmlformats.org/officeDocument/2006/relationships" xmlns:p="http://schemas.openxmlformats.org/presentationml/2006/main">
  <p:tag name="PLUS_ID" val="title"/>
</p:tagLst>
</file>

<file path=ppt/tags/tag54.xml><?xml version="1.0" encoding="utf-8"?>
<p:tagLst xmlns:a="http://schemas.openxmlformats.org/drawingml/2006/main" xmlns:r="http://schemas.openxmlformats.org/officeDocument/2006/relationships" xmlns:p="http://schemas.openxmlformats.org/presentationml/2006/main">
  <p:tag name="PLUS_SLIDE_ID" val="jzGlJEM7vNNo5IyPlntVtj"/>
  <p:tag name="PLUS_SLIDE_PPT_ID" val="2147482078#1563357457"/>
</p:tagLst>
</file>

<file path=ppt/tags/tag55.xml><?xml version="1.0" encoding="utf-8"?>
<p:tagLst xmlns:a="http://schemas.openxmlformats.org/drawingml/2006/main" xmlns:r="http://schemas.openxmlformats.org/officeDocument/2006/relationships" xmlns:p="http://schemas.openxmlformats.org/presentationml/2006/main">
  <p:tag name="PLUS_ID" val="title"/>
</p:tagLst>
</file>

<file path=ppt/tags/tag56.xml><?xml version="1.0" encoding="utf-8"?>
<p:tagLst xmlns:a="http://schemas.openxmlformats.org/drawingml/2006/main" xmlns:r="http://schemas.openxmlformats.org/officeDocument/2006/relationships" xmlns:p="http://schemas.openxmlformats.org/presentationml/2006/main">
  <p:tag name="PLUS_ID" val="chapter"/>
</p:tagLst>
</file>

<file path=ppt/tags/tag57.xml><?xml version="1.0" encoding="utf-8"?>
<p:tagLst xmlns:a="http://schemas.openxmlformats.org/drawingml/2006/main" xmlns:r="http://schemas.openxmlformats.org/officeDocument/2006/relationships" xmlns:p="http://schemas.openxmlformats.org/presentationml/2006/main">
  <p:tag name="PLUS_ID" val="header_1"/>
</p:tagLst>
</file>

<file path=ppt/tags/tag58.xml><?xml version="1.0" encoding="utf-8"?>
<p:tagLst xmlns:a="http://schemas.openxmlformats.org/drawingml/2006/main" xmlns:r="http://schemas.openxmlformats.org/officeDocument/2006/relationships" xmlns:p="http://schemas.openxmlformats.org/presentationml/2006/main">
  <p:tag name="PLUS_ID" val="header_0"/>
</p:tagLst>
</file>

<file path=ppt/tags/tag59.xml><?xml version="1.0" encoding="utf-8"?>
<p:tagLst xmlns:a="http://schemas.openxmlformats.org/drawingml/2006/main" xmlns:r="http://schemas.openxmlformats.org/officeDocument/2006/relationships" xmlns:p="http://schemas.openxmlformats.org/presentationml/2006/main">
  <p:tag name="PLUS_ID" val="detail_0"/>
</p:tagLst>
</file>

<file path=ppt/tags/tag60.xml><?xml version="1.0" encoding="utf-8"?>
<p:tagLst xmlns:a="http://schemas.openxmlformats.org/drawingml/2006/main" xmlns:r="http://schemas.openxmlformats.org/officeDocument/2006/relationships" xmlns:p="http://schemas.openxmlformats.org/presentationml/2006/main">
  <p:tag name="PLUS_ID" val="detail_0"/>
</p:tagLst>
</file>

<file path=ppt/tags/tag61.xml><?xml version="1.0" encoding="utf-8"?>
<p:tagLst xmlns:a="http://schemas.openxmlformats.org/drawingml/2006/main" xmlns:r="http://schemas.openxmlformats.org/officeDocument/2006/relationships" xmlns:p="http://schemas.openxmlformats.org/presentationml/2006/main">
  <p:tag name="PLUS_SLIDE_ID" val="GYc3aldjjUSjWkHEupfbCJ"/>
  <p:tag name="PLUS_SLIDE_PPT_ID" val="2147482072#1309497767"/>
</p:tagLst>
</file>

<file path=ppt/tags/tag62.xml><?xml version="1.0" encoding="utf-8"?>
<p:tagLst xmlns:a="http://schemas.openxmlformats.org/drawingml/2006/main" xmlns:r="http://schemas.openxmlformats.org/officeDocument/2006/relationships" xmlns:p="http://schemas.openxmlformats.org/presentationml/2006/main">
  <p:tag name="PLUS_ID" val="title"/>
</p:tagLst>
</file>

<file path=ppt/tags/tag63.xml><?xml version="1.0" encoding="utf-8"?>
<p:tagLst xmlns:a="http://schemas.openxmlformats.org/drawingml/2006/main" xmlns:r="http://schemas.openxmlformats.org/officeDocument/2006/relationships" xmlns:p="http://schemas.openxmlformats.org/presentationml/2006/main">
  <p:tag name="PLUS_ID" val="chapter"/>
</p:tagLst>
</file>

<file path=ppt/tags/tag64.xml><?xml version="1.0" encoding="utf-8"?>
<p:tagLst xmlns:a="http://schemas.openxmlformats.org/drawingml/2006/main" xmlns:r="http://schemas.openxmlformats.org/officeDocument/2006/relationships" xmlns:p="http://schemas.openxmlformats.org/presentationml/2006/main">
  <p:tag name="PLUS_ID" val="takeaway"/>
</p:tagLst>
</file>

<file path=ppt/tags/tag65.xml><?xml version="1.0" encoding="utf-8"?>
<p:tagLst xmlns:a="http://schemas.openxmlformats.org/drawingml/2006/main" xmlns:r="http://schemas.openxmlformats.org/officeDocument/2006/relationships" xmlns:p="http://schemas.openxmlformats.org/presentationml/2006/main">
  <p:tag name="PLUS_ID" val="detail_0"/>
</p:tagLst>
</file>

<file path=ppt/tags/tag66.xml><?xml version="1.0" encoding="utf-8"?>
<p:tagLst xmlns:a="http://schemas.openxmlformats.org/drawingml/2006/main" xmlns:r="http://schemas.openxmlformats.org/officeDocument/2006/relationships" xmlns:p="http://schemas.openxmlformats.org/presentationml/2006/main">
  <p:tag name="PLUS_ID" val="detail_1"/>
</p:tagLst>
</file>

<file path=ppt/tags/tag67.xml><?xml version="1.0" encoding="utf-8"?>
<p:tagLst xmlns:a="http://schemas.openxmlformats.org/drawingml/2006/main" xmlns:r="http://schemas.openxmlformats.org/officeDocument/2006/relationships" xmlns:p="http://schemas.openxmlformats.org/presentationml/2006/main">
  <p:tag name="PLUS_ID" val="header_0"/>
</p:tagLst>
</file>

<file path=ppt/tags/tag68.xml><?xml version="1.0" encoding="utf-8"?>
<p:tagLst xmlns:a="http://schemas.openxmlformats.org/drawingml/2006/main" xmlns:r="http://schemas.openxmlformats.org/officeDocument/2006/relationships" xmlns:p="http://schemas.openxmlformats.org/presentationml/2006/main">
  <p:tag name="PLUS_ID" val="header_1"/>
</p:tagLst>
</file>

<file path=ppt/tags/tag69.xml><?xml version="1.0" encoding="utf-8"?>
<p:tagLst xmlns:a="http://schemas.openxmlformats.org/drawingml/2006/main" xmlns:r="http://schemas.openxmlformats.org/officeDocument/2006/relationships" xmlns:p="http://schemas.openxmlformats.org/presentationml/2006/main">
  <p:tag name="PLUS_SLIDE_ID" val="GYc3aldjjUSjWkHEupfZJn"/>
  <p:tag name="PLUS_SLIDE_PPT_ID" val="2147482070#3915389015"/>
</p:tagLst>
</file>

<file path=ppt/tags/tag70.xml><?xml version="1.0" encoding="utf-8"?>
<p:tagLst xmlns:a="http://schemas.openxmlformats.org/drawingml/2006/main" xmlns:r="http://schemas.openxmlformats.org/officeDocument/2006/relationships" xmlns:p="http://schemas.openxmlformats.org/presentationml/2006/main">
  <p:tag name="PLUS_ID" val="header_0"/>
</p:tagLst>
</file>

<file path=ppt/tags/tag71.xml><?xml version="1.0" encoding="utf-8"?>
<p:tagLst xmlns:a="http://schemas.openxmlformats.org/drawingml/2006/main" xmlns:r="http://schemas.openxmlformats.org/officeDocument/2006/relationships" xmlns:p="http://schemas.openxmlformats.org/presentationml/2006/main">
  <p:tag name="PLUS_ID" val="header_1"/>
</p:tagLst>
</file>

<file path=ppt/tags/tag72.xml><?xml version="1.0" encoding="utf-8"?>
<p:tagLst xmlns:a="http://schemas.openxmlformats.org/drawingml/2006/main" xmlns:r="http://schemas.openxmlformats.org/officeDocument/2006/relationships" xmlns:p="http://schemas.openxmlformats.org/presentationml/2006/main">
  <p:tag name="PLUS_ID" val="detail_0"/>
</p:tagLst>
</file>

<file path=ppt/tags/tag73.xml><?xml version="1.0" encoding="utf-8"?>
<p:tagLst xmlns:a="http://schemas.openxmlformats.org/drawingml/2006/main" xmlns:r="http://schemas.openxmlformats.org/officeDocument/2006/relationships" xmlns:p="http://schemas.openxmlformats.org/presentationml/2006/main">
  <p:tag name="PLUS_ID" val="detail_1"/>
</p:tagLst>
</file>

<file path=ppt/tags/tag74.xml><?xml version="1.0" encoding="utf-8"?>
<p:tagLst xmlns:a="http://schemas.openxmlformats.org/drawingml/2006/main" xmlns:r="http://schemas.openxmlformats.org/officeDocument/2006/relationships" xmlns:p="http://schemas.openxmlformats.org/presentationml/2006/main">
  <p:tag name="PLUS_ID" val="title"/>
</p:tagLst>
</file>

<file path=ppt/tags/tag75.xml><?xml version="1.0" encoding="utf-8"?>
<p:tagLst xmlns:a="http://schemas.openxmlformats.org/drawingml/2006/main" xmlns:r="http://schemas.openxmlformats.org/officeDocument/2006/relationships" xmlns:p="http://schemas.openxmlformats.org/presentationml/2006/main">
  <p:tag name="PLUS_ID" val="chapter"/>
</p:tagLst>
</file>

<file path=ppt/tags/tag76.xml><?xml version="1.0" encoding="utf-8"?>
<p:tagLst xmlns:a="http://schemas.openxmlformats.org/drawingml/2006/main" xmlns:r="http://schemas.openxmlformats.org/officeDocument/2006/relationships" xmlns:p="http://schemas.openxmlformats.org/presentationml/2006/main">
  <p:tag name="PLUS_ID" val="takeaway"/>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wC Slide Master">
  <a:themeElements>
    <a:clrScheme name="PwC Office Colours">
      <a:dk1>
        <a:srgbClr val="000000"/>
      </a:dk1>
      <a:lt1>
        <a:srgbClr val="FFFFFF"/>
      </a:lt1>
      <a:dk2>
        <a:srgbClr val="000000"/>
      </a:dk2>
      <a:lt2>
        <a:srgbClr val="EBEBEB"/>
      </a:lt2>
      <a:accent1>
        <a:srgbClr val="FD5108"/>
      </a:accent1>
      <a:accent2>
        <a:srgbClr val="FE7C39"/>
      </a:accent2>
      <a:accent3>
        <a:srgbClr val="FFAA72"/>
      </a:accent3>
      <a:accent4>
        <a:srgbClr val="A1A8B3"/>
      </a:accent4>
      <a:accent5>
        <a:srgbClr val="B5BCC4"/>
      </a:accent5>
      <a:accent6>
        <a:srgbClr val="CBD1D6"/>
      </a:accent6>
      <a:hlink>
        <a:srgbClr val="000000"/>
      </a:hlink>
      <a:folHlink>
        <a:srgbClr val="A1A8B3"/>
      </a:folHlink>
    </a:clrScheme>
    <a:fontScheme name="PwC Offic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latin typeface="+mj-lt"/>
          </a:defRPr>
        </a:defPPr>
      </a:lstStyle>
    </a:txDef>
  </a:objectDefaults>
  <a:extraClrSchemeLst/>
  <a:custClrLst>
    <a:custClr name="Orange">
      <a:srgbClr val="FD5108"/>
    </a:custClr>
    <a:custClr name="Medium Orange">
      <a:srgbClr val="FE7C39"/>
    </a:custClr>
    <a:custClr name="Light Orange">
      <a:srgbClr val="FFAA72"/>
    </a:custClr>
    <a:custClr name="Orange Tint 1">
      <a:srgbClr val="FFCDA8"/>
    </a:custClr>
    <a:custClr name="Orange Tint 2">
      <a:srgbClr val="FFE8D4"/>
    </a:custClr>
    <a:custClr name="Orange Tint 3">
      <a:srgbClr val="FFF5ED"/>
    </a:custClr>
    <a:custClr name="Blank">
      <a:srgbClr val="FFFFFF"/>
    </a:custClr>
    <a:custClr name="Blank">
      <a:srgbClr val="FFFFFF"/>
    </a:custClr>
    <a:custClr name="Blank">
      <a:srgbClr val="FFFFFF"/>
    </a:custClr>
    <a:custClr name="Blank">
      <a:srgbClr val="FFFFFF"/>
    </a:custClr>
    <a:custClr name="Grey">
      <a:srgbClr val="A1A8B3"/>
    </a:custClr>
    <a:custClr name="Medium Grey">
      <a:srgbClr val="B5BCC4"/>
    </a:custClr>
    <a:custClr name="Light Grey">
      <a:srgbClr val="CBD1D6"/>
    </a:custClr>
    <a:custClr name="Grey Tint 1">
      <a:srgbClr val="DFE3E6"/>
    </a:custClr>
    <a:custClr name="Grey Tint 2">
      <a:srgbClr val="EEEFF1"/>
    </a:custClr>
    <a:custClr name="Grey Tint 3">
      <a:srgbClr val="F5F7F8"/>
    </a:custClr>
  </a:custClrLst>
  <a:extLst>
    <a:ext uri="{05A4C25C-085E-4340-85A3-A5531E510DB2}">
      <thm15:themeFamily xmlns:thm15="http://schemas.microsoft.com/office/thememl/2012/main" name="PwC_ppt_template" id="{0B296F49-9839-BE48-A6B0-07FAE54AD4FB}" vid="{251455FA-3AFB-1547-9744-D9A806732972}"/>
    </a:ext>
  </a:extLst>
</a:theme>
</file>

<file path=ppt/theme/theme3.xml><?xml version="1.0" encoding="utf-8"?>
<a:theme xmlns:a="http://schemas.openxmlformats.org/drawingml/2006/main" name="PwC Slide Master">
  <a:themeElements>
    <a:clrScheme name="PwC Office Colours">
      <a:dk1>
        <a:srgbClr val="000000"/>
      </a:dk1>
      <a:lt1>
        <a:srgbClr val="FFFFFF"/>
      </a:lt1>
      <a:dk2>
        <a:srgbClr val="000000"/>
      </a:dk2>
      <a:lt2>
        <a:srgbClr val="EBEBEB"/>
      </a:lt2>
      <a:accent1>
        <a:srgbClr val="FD5108"/>
      </a:accent1>
      <a:accent2>
        <a:srgbClr val="FE7C39"/>
      </a:accent2>
      <a:accent3>
        <a:srgbClr val="FFAA72"/>
      </a:accent3>
      <a:accent4>
        <a:srgbClr val="A1A8B3"/>
      </a:accent4>
      <a:accent5>
        <a:srgbClr val="B5BCC4"/>
      </a:accent5>
      <a:accent6>
        <a:srgbClr val="CBD1D6"/>
      </a:accent6>
      <a:hlink>
        <a:srgbClr val="000000"/>
      </a:hlink>
      <a:folHlink>
        <a:srgbClr val="A1A8B3"/>
      </a:folHlink>
    </a:clrScheme>
    <a:fontScheme name="PwC Offic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latin typeface="+mj-lt"/>
          </a:defRPr>
        </a:defPPr>
      </a:lstStyle>
    </a:txDef>
  </a:objectDefaults>
  <a:extraClrSchemeLst/>
  <a:custClrLst>
    <a:custClr name="Orange">
      <a:srgbClr val="FD5108"/>
    </a:custClr>
    <a:custClr name="Medium Orange">
      <a:srgbClr val="FE7C39"/>
    </a:custClr>
    <a:custClr name="Light Orange">
      <a:srgbClr val="FFAA72"/>
    </a:custClr>
    <a:custClr name="Orange Tint 1">
      <a:srgbClr val="FFCDA8"/>
    </a:custClr>
    <a:custClr name="Orange Tint 2">
      <a:srgbClr val="FFE8D4"/>
    </a:custClr>
    <a:custClr name="Orange Tint 3">
      <a:srgbClr val="FFF5ED"/>
    </a:custClr>
    <a:custClr name="Blank">
      <a:srgbClr val="FFFFFF"/>
    </a:custClr>
    <a:custClr name="Blank">
      <a:srgbClr val="FFFFFF"/>
    </a:custClr>
    <a:custClr name="Blank">
      <a:srgbClr val="FFFFFF"/>
    </a:custClr>
    <a:custClr name="Blank">
      <a:srgbClr val="FFFFFF"/>
    </a:custClr>
    <a:custClr name="Grey">
      <a:srgbClr val="A1A8B3"/>
    </a:custClr>
    <a:custClr name="Medium Grey">
      <a:srgbClr val="B5BCC4"/>
    </a:custClr>
    <a:custClr name="Light Grey">
      <a:srgbClr val="CBD1D6"/>
    </a:custClr>
    <a:custClr name="Grey Tint 1">
      <a:srgbClr val="DFE3E6"/>
    </a:custClr>
    <a:custClr name="Grey Tint 2">
      <a:srgbClr val="EEEFF1"/>
    </a:custClr>
    <a:custClr name="Grey Tint 3">
      <a:srgbClr val="F5F7F8"/>
    </a:custClr>
  </a:custClrLst>
  <a:extLst>
    <a:ext uri="{05A4C25C-085E-4340-85A3-A5531E510DB2}">
      <thm15:themeFamily xmlns:thm15="http://schemas.microsoft.com/office/thememl/2012/main" name="PwC_ppt_template" id="{0B296F49-9839-BE48-A6B0-07FAE54AD4FB}" vid="{251455FA-3AFB-1547-9744-D9A806732972}"/>
    </a:ext>
  </a:extLst>
</a:theme>
</file>

<file path=ppt/theme/theme4.xml><?xml version="1.0" encoding="utf-8"?>
<a:theme xmlns:a="http://schemas.openxmlformats.org/drawingml/2006/main" name="PwC Slide Master">
  <a:themeElements>
    <a:clrScheme name="PwC Office Colours">
      <a:dk1>
        <a:srgbClr val="000000"/>
      </a:dk1>
      <a:lt1>
        <a:srgbClr val="FFFFFF"/>
      </a:lt1>
      <a:dk2>
        <a:srgbClr val="000000"/>
      </a:dk2>
      <a:lt2>
        <a:srgbClr val="EBEBEB"/>
      </a:lt2>
      <a:accent1>
        <a:srgbClr val="FD5108"/>
      </a:accent1>
      <a:accent2>
        <a:srgbClr val="FE7C39"/>
      </a:accent2>
      <a:accent3>
        <a:srgbClr val="FFAA72"/>
      </a:accent3>
      <a:accent4>
        <a:srgbClr val="A1A8B3"/>
      </a:accent4>
      <a:accent5>
        <a:srgbClr val="B5BCC4"/>
      </a:accent5>
      <a:accent6>
        <a:srgbClr val="CBD1D6"/>
      </a:accent6>
      <a:hlink>
        <a:srgbClr val="000000"/>
      </a:hlink>
      <a:folHlink>
        <a:srgbClr val="A1A8B3"/>
      </a:folHlink>
    </a:clrScheme>
    <a:fontScheme name="PwC Offic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latin typeface="+mj-lt"/>
          </a:defRPr>
        </a:defPPr>
      </a:lstStyle>
    </a:txDef>
  </a:objectDefaults>
  <a:extraClrSchemeLst/>
  <a:custClrLst>
    <a:custClr name="Orange">
      <a:srgbClr val="FD5108"/>
    </a:custClr>
    <a:custClr name="Medium Orange">
      <a:srgbClr val="FE7C39"/>
    </a:custClr>
    <a:custClr name="Light Orange">
      <a:srgbClr val="FFAA72"/>
    </a:custClr>
    <a:custClr name="Orange Tint 1">
      <a:srgbClr val="FFCDA8"/>
    </a:custClr>
    <a:custClr name="Orange Tint 2">
      <a:srgbClr val="FFE8D4"/>
    </a:custClr>
    <a:custClr name="Orange Tint 3">
      <a:srgbClr val="FFF5ED"/>
    </a:custClr>
    <a:custClr name="Blank">
      <a:srgbClr val="FFFFFF"/>
    </a:custClr>
    <a:custClr name="Blank">
      <a:srgbClr val="FFFFFF"/>
    </a:custClr>
    <a:custClr name="Blank">
      <a:srgbClr val="FFFFFF"/>
    </a:custClr>
    <a:custClr name="Blank">
      <a:srgbClr val="FFFFFF"/>
    </a:custClr>
    <a:custClr name="Grey">
      <a:srgbClr val="A1A8B3"/>
    </a:custClr>
    <a:custClr name="Medium Grey">
      <a:srgbClr val="B5BCC4"/>
    </a:custClr>
    <a:custClr name="Light Grey">
      <a:srgbClr val="CBD1D6"/>
    </a:custClr>
    <a:custClr name="Grey Tint 1">
      <a:srgbClr val="DFE3E6"/>
    </a:custClr>
    <a:custClr name="Grey Tint 2">
      <a:srgbClr val="EEEFF1"/>
    </a:custClr>
    <a:custClr name="Grey Tint 3">
      <a:srgbClr val="F5F7F8"/>
    </a:custClr>
  </a:custClrLst>
  <a:extLst>
    <a:ext uri="{05A4C25C-085E-4340-85A3-A5531E510DB2}">
      <thm15:themeFamily xmlns:thm15="http://schemas.microsoft.com/office/thememl/2012/main" name="PwC_ppt_template" id="{0B296F49-9839-BE48-A6B0-07FAE54AD4FB}" vid="{251455FA-3AFB-1547-9744-D9A806732972}"/>
    </a:ext>
  </a:extLst>
</a:theme>
</file>

<file path=ppt/theme/theme5.xml><?xml version="1.0" encoding="utf-8"?>
<a:theme xmlns:a="http://schemas.openxmlformats.org/drawingml/2006/main" name="PwC Slide Master">
  <a:themeElements>
    <a:clrScheme name="PwC Office Colours">
      <a:dk1>
        <a:srgbClr val="000000"/>
      </a:dk1>
      <a:lt1>
        <a:srgbClr val="FFFFFF"/>
      </a:lt1>
      <a:dk2>
        <a:srgbClr val="000000"/>
      </a:dk2>
      <a:lt2>
        <a:srgbClr val="EBEBEB"/>
      </a:lt2>
      <a:accent1>
        <a:srgbClr val="FD5108"/>
      </a:accent1>
      <a:accent2>
        <a:srgbClr val="FE7C39"/>
      </a:accent2>
      <a:accent3>
        <a:srgbClr val="FFAA72"/>
      </a:accent3>
      <a:accent4>
        <a:srgbClr val="A1A8B3"/>
      </a:accent4>
      <a:accent5>
        <a:srgbClr val="B5BCC4"/>
      </a:accent5>
      <a:accent6>
        <a:srgbClr val="CBD1D6"/>
      </a:accent6>
      <a:hlink>
        <a:srgbClr val="000000"/>
      </a:hlink>
      <a:folHlink>
        <a:srgbClr val="A1A8B3"/>
      </a:folHlink>
    </a:clrScheme>
    <a:fontScheme name="PwC Offic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latin typeface="+mj-lt"/>
          </a:defRPr>
        </a:defPPr>
      </a:lstStyle>
    </a:txDef>
  </a:objectDefaults>
  <a:extraClrSchemeLst/>
  <a:custClrLst>
    <a:custClr name="Orange">
      <a:srgbClr val="FD5108"/>
    </a:custClr>
    <a:custClr name="Medium Orange">
      <a:srgbClr val="FE7C39"/>
    </a:custClr>
    <a:custClr name="Light Orange">
      <a:srgbClr val="FFAA72"/>
    </a:custClr>
    <a:custClr name="Orange Tint 1">
      <a:srgbClr val="FFCDA8"/>
    </a:custClr>
    <a:custClr name="Orange Tint 2">
      <a:srgbClr val="FFE8D4"/>
    </a:custClr>
    <a:custClr name="Orange Tint 3">
      <a:srgbClr val="FFF5ED"/>
    </a:custClr>
    <a:custClr name="Blank">
      <a:srgbClr val="FFFFFF"/>
    </a:custClr>
    <a:custClr name="Blank">
      <a:srgbClr val="FFFFFF"/>
    </a:custClr>
    <a:custClr name="Blank">
      <a:srgbClr val="FFFFFF"/>
    </a:custClr>
    <a:custClr name="Blank">
      <a:srgbClr val="FFFFFF"/>
    </a:custClr>
    <a:custClr name="Grey">
      <a:srgbClr val="A1A8B3"/>
    </a:custClr>
    <a:custClr name="Medium Grey">
      <a:srgbClr val="B5BCC4"/>
    </a:custClr>
    <a:custClr name="Light Grey">
      <a:srgbClr val="CBD1D6"/>
    </a:custClr>
    <a:custClr name="Grey Tint 1">
      <a:srgbClr val="DFE3E6"/>
    </a:custClr>
    <a:custClr name="Grey Tint 2">
      <a:srgbClr val="EEEFF1"/>
    </a:custClr>
    <a:custClr name="Grey Tint 3">
      <a:srgbClr val="F5F7F8"/>
    </a:custClr>
  </a:custClrLst>
  <a:extLst>
    <a:ext uri="{05A4C25C-085E-4340-85A3-A5531E510DB2}">
      <thm15:themeFamily xmlns:thm15="http://schemas.microsoft.com/office/thememl/2012/main" name="PwC_ppt_template" id="{0B296F49-9839-BE48-A6B0-07FAE54AD4FB}" vid="{251455FA-3AFB-1547-9744-D9A806732972}"/>
    </a:ext>
  </a:extLst>
</a:theme>
</file>

<file path=ppt/theme/theme6.xml><?xml version="1.0" encoding="utf-8"?>
<a:theme xmlns:a="http://schemas.openxmlformats.org/drawingml/2006/main" name="PwC Slide Master">
  <a:themeElements>
    <a:clrScheme name="PwC Office Colours">
      <a:dk1>
        <a:srgbClr val="000000"/>
      </a:dk1>
      <a:lt1>
        <a:srgbClr val="FFFFFF"/>
      </a:lt1>
      <a:dk2>
        <a:srgbClr val="000000"/>
      </a:dk2>
      <a:lt2>
        <a:srgbClr val="EBEBEB"/>
      </a:lt2>
      <a:accent1>
        <a:srgbClr val="FD5108"/>
      </a:accent1>
      <a:accent2>
        <a:srgbClr val="FE7C39"/>
      </a:accent2>
      <a:accent3>
        <a:srgbClr val="FFAA72"/>
      </a:accent3>
      <a:accent4>
        <a:srgbClr val="A1A8B3"/>
      </a:accent4>
      <a:accent5>
        <a:srgbClr val="B5BCC4"/>
      </a:accent5>
      <a:accent6>
        <a:srgbClr val="CBD1D6"/>
      </a:accent6>
      <a:hlink>
        <a:srgbClr val="000000"/>
      </a:hlink>
      <a:folHlink>
        <a:srgbClr val="A1A8B3"/>
      </a:folHlink>
    </a:clrScheme>
    <a:fontScheme name="PwC Offic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latin typeface="+mj-lt"/>
          </a:defRPr>
        </a:defPPr>
      </a:lstStyle>
    </a:txDef>
  </a:objectDefaults>
  <a:extraClrSchemeLst/>
  <a:custClrLst>
    <a:custClr name="Orange">
      <a:srgbClr val="FD5108"/>
    </a:custClr>
    <a:custClr name="Medium Orange">
      <a:srgbClr val="FE7C39"/>
    </a:custClr>
    <a:custClr name="Light Orange">
      <a:srgbClr val="FFAA72"/>
    </a:custClr>
    <a:custClr name="Orange Tint 1">
      <a:srgbClr val="FFCDA8"/>
    </a:custClr>
    <a:custClr name="Orange Tint 2">
      <a:srgbClr val="FFE8D4"/>
    </a:custClr>
    <a:custClr name="Orange Tint 3">
      <a:srgbClr val="FFF5ED"/>
    </a:custClr>
    <a:custClr name="Blank">
      <a:srgbClr val="FFFFFF"/>
    </a:custClr>
    <a:custClr name="Blank">
      <a:srgbClr val="FFFFFF"/>
    </a:custClr>
    <a:custClr name="Blank">
      <a:srgbClr val="FFFFFF"/>
    </a:custClr>
    <a:custClr name="Blank">
      <a:srgbClr val="FFFFFF"/>
    </a:custClr>
    <a:custClr name="Grey">
      <a:srgbClr val="A1A8B3"/>
    </a:custClr>
    <a:custClr name="Medium Grey">
      <a:srgbClr val="B5BCC4"/>
    </a:custClr>
    <a:custClr name="Light Grey">
      <a:srgbClr val="CBD1D6"/>
    </a:custClr>
    <a:custClr name="Grey Tint 1">
      <a:srgbClr val="DFE3E6"/>
    </a:custClr>
    <a:custClr name="Grey Tint 2">
      <a:srgbClr val="EEEFF1"/>
    </a:custClr>
    <a:custClr name="Grey Tint 3">
      <a:srgbClr val="F5F7F8"/>
    </a:custClr>
  </a:custClrLst>
  <a:extLst>
    <a:ext uri="{05A4C25C-085E-4340-85A3-A5531E510DB2}">
      <thm15:themeFamily xmlns:thm15="http://schemas.microsoft.com/office/thememl/2012/main" name="PwC_ppt_template" id="{0B296F49-9839-BE48-A6B0-07FAE54AD4FB}" vid="{251455FA-3AFB-1547-9744-D9A806732972}"/>
    </a:ext>
  </a:extLst>
</a:theme>
</file>

<file path=ppt/theme/theme7.xml><?xml version="1.0" encoding="utf-8"?>
<a:theme xmlns:a="http://schemas.openxmlformats.org/drawingml/2006/main" name="PwC Slide Master">
  <a:themeElements>
    <a:clrScheme name="PwC Office Colours">
      <a:dk1>
        <a:srgbClr val="000000"/>
      </a:dk1>
      <a:lt1>
        <a:srgbClr val="FFFFFF"/>
      </a:lt1>
      <a:dk2>
        <a:srgbClr val="000000"/>
      </a:dk2>
      <a:lt2>
        <a:srgbClr val="EBEBEB"/>
      </a:lt2>
      <a:accent1>
        <a:srgbClr val="FD5108"/>
      </a:accent1>
      <a:accent2>
        <a:srgbClr val="FE7C39"/>
      </a:accent2>
      <a:accent3>
        <a:srgbClr val="FFAA72"/>
      </a:accent3>
      <a:accent4>
        <a:srgbClr val="A1A8B3"/>
      </a:accent4>
      <a:accent5>
        <a:srgbClr val="B5BCC4"/>
      </a:accent5>
      <a:accent6>
        <a:srgbClr val="CBD1D6"/>
      </a:accent6>
      <a:hlink>
        <a:srgbClr val="000000"/>
      </a:hlink>
      <a:folHlink>
        <a:srgbClr val="A1A8B3"/>
      </a:folHlink>
    </a:clrScheme>
    <a:fontScheme name="PwC Offic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latin typeface="+mj-lt"/>
          </a:defRPr>
        </a:defPPr>
      </a:lstStyle>
    </a:txDef>
  </a:objectDefaults>
  <a:extraClrSchemeLst/>
  <a:custClrLst>
    <a:custClr name="Orange">
      <a:srgbClr val="FD5108"/>
    </a:custClr>
    <a:custClr name="Medium Orange">
      <a:srgbClr val="FE7C39"/>
    </a:custClr>
    <a:custClr name="Light Orange">
      <a:srgbClr val="FFAA72"/>
    </a:custClr>
    <a:custClr name="Orange Tint 1">
      <a:srgbClr val="FFCDA8"/>
    </a:custClr>
    <a:custClr name="Orange Tint 2">
      <a:srgbClr val="FFE8D4"/>
    </a:custClr>
    <a:custClr name="Orange Tint 3">
      <a:srgbClr val="FFF5ED"/>
    </a:custClr>
    <a:custClr name="Blank">
      <a:srgbClr val="FFFFFF"/>
    </a:custClr>
    <a:custClr name="Blank">
      <a:srgbClr val="FFFFFF"/>
    </a:custClr>
    <a:custClr name="Blank">
      <a:srgbClr val="FFFFFF"/>
    </a:custClr>
    <a:custClr name="Blank">
      <a:srgbClr val="FFFFFF"/>
    </a:custClr>
    <a:custClr name="Grey">
      <a:srgbClr val="A1A8B3"/>
    </a:custClr>
    <a:custClr name="Medium Grey">
      <a:srgbClr val="B5BCC4"/>
    </a:custClr>
    <a:custClr name="Light Grey">
      <a:srgbClr val="CBD1D6"/>
    </a:custClr>
    <a:custClr name="Grey Tint 1">
      <a:srgbClr val="DFE3E6"/>
    </a:custClr>
    <a:custClr name="Grey Tint 2">
      <a:srgbClr val="EEEFF1"/>
    </a:custClr>
    <a:custClr name="Grey Tint 3">
      <a:srgbClr val="F5F7F8"/>
    </a:custClr>
  </a:custClrLst>
  <a:extLst>
    <a:ext uri="{05A4C25C-085E-4340-85A3-A5531E510DB2}">
      <thm15:themeFamily xmlns:thm15="http://schemas.microsoft.com/office/thememl/2012/main" name="PwC_ppt_template" id="{0B296F49-9839-BE48-A6B0-07FAE54AD4FB}" vid="{251455FA-3AFB-1547-9744-D9A806732972}"/>
    </a:ext>
  </a:extLst>
</a:theme>
</file>

<file path=ppt/theme/theme8.xml><?xml version="1.0" encoding="utf-8"?>
<a:theme xmlns:a="http://schemas.openxmlformats.org/drawingml/2006/main" name="PwC Slide Master">
  <a:themeElements>
    <a:clrScheme name="PwC Office Colours">
      <a:dk1>
        <a:srgbClr val="000000"/>
      </a:dk1>
      <a:lt1>
        <a:srgbClr val="FFFFFF"/>
      </a:lt1>
      <a:dk2>
        <a:srgbClr val="000000"/>
      </a:dk2>
      <a:lt2>
        <a:srgbClr val="EBEBEB"/>
      </a:lt2>
      <a:accent1>
        <a:srgbClr val="FD5108"/>
      </a:accent1>
      <a:accent2>
        <a:srgbClr val="FE7C39"/>
      </a:accent2>
      <a:accent3>
        <a:srgbClr val="FFAA72"/>
      </a:accent3>
      <a:accent4>
        <a:srgbClr val="A1A8B3"/>
      </a:accent4>
      <a:accent5>
        <a:srgbClr val="B5BCC4"/>
      </a:accent5>
      <a:accent6>
        <a:srgbClr val="CBD1D6"/>
      </a:accent6>
      <a:hlink>
        <a:srgbClr val="000000"/>
      </a:hlink>
      <a:folHlink>
        <a:srgbClr val="A1A8B3"/>
      </a:folHlink>
    </a:clrScheme>
    <a:fontScheme name="PwC Offic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latin typeface="+mj-lt"/>
          </a:defRPr>
        </a:defPPr>
      </a:lstStyle>
    </a:txDef>
  </a:objectDefaults>
  <a:extraClrSchemeLst/>
  <a:custClrLst>
    <a:custClr name="Orange">
      <a:srgbClr val="FD5108"/>
    </a:custClr>
    <a:custClr name="Medium Orange">
      <a:srgbClr val="FE7C39"/>
    </a:custClr>
    <a:custClr name="Light Orange">
      <a:srgbClr val="FFAA72"/>
    </a:custClr>
    <a:custClr name="Orange Tint 1">
      <a:srgbClr val="FFCDA8"/>
    </a:custClr>
    <a:custClr name="Orange Tint 2">
      <a:srgbClr val="FFE8D4"/>
    </a:custClr>
    <a:custClr name="Orange Tint 3">
      <a:srgbClr val="FFF5ED"/>
    </a:custClr>
    <a:custClr name="Blank">
      <a:srgbClr val="FFFFFF"/>
    </a:custClr>
    <a:custClr name="Blank">
      <a:srgbClr val="FFFFFF"/>
    </a:custClr>
    <a:custClr name="Blank">
      <a:srgbClr val="FFFFFF"/>
    </a:custClr>
    <a:custClr name="Blank">
      <a:srgbClr val="FFFFFF"/>
    </a:custClr>
    <a:custClr name="Grey">
      <a:srgbClr val="A1A8B3"/>
    </a:custClr>
    <a:custClr name="Medium Grey">
      <a:srgbClr val="B5BCC4"/>
    </a:custClr>
    <a:custClr name="Light Grey">
      <a:srgbClr val="CBD1D6"/>
    </a:custClr>
    <a:custClr name="Grey Tint 1">
      <a:srgbClr val="DFE3E6"/>
    </a:custClr>
    <a:custClr name="Grey Tint 2">
      <a:srgbClr val="EEEFF1"/>
    </a:custClr>
    <a:custClr name="Grey Tint 3">
      <a:srgbClr val="F5F7F8"/>
    </a:custClr>
  </a:custClrLst>
  <a:extLst>
    <a:ext uri="{05A4C25C-085E-4340-85A3-A5531E510DB2}">
      <thm15:themeFamily xmlns:thm15="http://schemas.microsoft.com/office/thememl/2012/main" name="PwC_ppt_template" id="{0B296F49-9839-BE48-A6B0-07FAE54AD4FB}" vid="{251455FA-3AFB-1547-9744-D9A806732972}"/>
    </a:ext>
  </a:extLst>
</a:theme>
</file>

<file path=ppt/theme/theme9.xml><?xml version="1.0" encoding="utf-8"?>
<a:theme xmlns:a="http://schemas.openxmlformats.org/drawingml/2006/main" name="PwC Slide Master">
  <a:themeElements>
    <a:clrScheme name="PwC Office Colours">
      <a:dk1>
        <a:srgbClr val="000000"/>
      </a:dk1>
      <a:lt1>
        <a:srgbClr val="FFFFFF"/>
      </a:lt1>
      <a:dk2>
        <a:srgbClr val="000000"/>
      </a:dk2>
      <a:lt2>
        <a:srgbClr val="EBEBEB"/>
      </a:lt2>
      <a:accent1>
        <a:srgbClr val="FD5108"/>
      </a:accent1>
      <a:accent2>
        <a:srgbClr val="FE7C39"/>
      </a:accent2>
      <a:accent3>
        <a:srgbClr val="FFAA72"/>
      </a:accent3>
      <a:accent4>
        <a:srgbClr val="A1A8B3"/>
      </a:accent4>
      <a:accent5>
        <a:srgbClr val="B5BCC4"/>
      </a:accent5>
      <a:accent6>
        <a:srgbClr val="CBD1D6"/>
      </a:accent6>
      <a:hlink>
        <a:srgbClr val="000000"/>
      </a:hlink>
      <a:folHlink>
        <a:srgbClr val="A1A8B3"/>
      </a:folHlink>
    </a:clrScheme>
    <a:fontScheme name="PwC Offic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latin typeface="+mj-lt"/>
          </a:defRPr>
        </a:defPPr>
      </a:lstStyle>
    </a:txDef>
  </a:objectDefaults>
  <a:extraClrSchemeLst/>
  <a:custClrLst>
    <a:custClr name="Orange">
      <a:srgbClr val="FD5108"/>
    </a:custClr>
    <a:custClr name="Medium Orange">
      <a:srgbClr val="FE7C39"/>
    </a:custClr>
    <a:custClr name="Light Orange">
      <a:srgbClr val="FFAA72"/>
    </a:custClr>
    <a:custClr name="Orange Tint 1">
      <a:srgbClr val="FFCDA8"/>
    </a:custClr>
    <a:custClr name="Orange Tint 2">
      <a:srgbClr val="FFE8D4"/>
    </a:custClr>
    <a:custClr name="Orange Tint 3">
      <a:srgbClr val="FFF5ED"/>
    </a:custClr>
    <a:custClr name="Blank">
      <a:srgbClr val="FFFFFF"/>
    </a:custClr>
    <a:custClr name="Blank">
      <a:srgbClr val="FFFFFF"/>
    </a:custClr>
    <a:custClr name="Blank">
      <a:srgbClr val="FFFFFF"/>
    </a:custClr>
    <a:custClr name="Blank">
      <a:srgbClr val="FFFFFF"/>
    </a:custClr>
    <a:custClr name="Grey">
      <a:srgbClr val="A1A8B3"/>
    </a:custClr>
    <a:custClr name="Medium Grey">
      <a:srgbClr val="B5BCC4"/>
    </a:custClr>
    <a:custClr name="Light Grey">
      <a:srgbClr val="CBD1D6"/>
    </a:custClr>
    <a:custClr name="Grey Tint 1">
      <a:srgbClr val="DFE3E6"/>
    </a:custClr>
    <a:custClr name="Grey Tint 2">
      <a:srgbClr val="EEEFF1"/>
    </a:custClr>
    <a:custClr name="Grey Tint 3">
      <a:srgbClr val="F5F7F8"/>
    </a:custClr>
  </a:custClrLst>
  <a:extLst>
    <a:ext uri="{05A4C25C-085E-4340-85A3-A5531E510DB2}">
      <thm15:themeFamily xmlns:thm15="http://schemas.microsoft.com/office/thememl/2012/main" name="PwC_ppt_template" id="{0B296F49-9839-BE48-A6B0-07FAE54AD4FB}" vid="{251455FA-3AFB-1547-9744-D9A806732972}"/>
    </a:ext>
  </a:extLst>
</a:theme>
</file>

<file path=ppt/theme/theme10.xml><?xml version="1.0" encoding="utf-8"?>
<a:theme xmlns:a="http://schemas.openxmlformats.org/drawingml/2006/main" name="PwC Slide Master">
  <a:themeElements>
    <a:clrScheme name="PwC Office Colours">
      <a:dk1>
        <a:srgbClr val="000000"/>
      </a:dk1>
      <a:lt1>
        <a:srgbClr val="FFFFFF"/>
      </a:lt1>
      <a:dk2>
        <a:srgbClr val="000000"/>
      </a:dk2>
      <a:lt2>
        <a:srgbClr val="EBEBEB"/>
      </a:lt2>
      <a:accent1>
        <a:srgbClr val="FD5108"/>
      </a:accent1>
      <a:accent2>
        <a:srgbClr val="FE7C39"/>
      </a:accent2>
      <a:accent3>
        <a:srgbClr val="FFAA72"/>
      </a:accent3>
      <a:accent4>
        <a:srgbClr val="A1A8B3"/>
      </a:accent4>
      <a:accent5>
        <a:srgbClr val="B5BCC4"/>
      </a:accent5>
      <a:accent6>
        <a:srgbClr val="CBD1D6"/>
      </a:accent6>
      <a:hlink>
        <a:srgbClr val="000000"/>
      </a:hlink>
      <a:folHlink>
        <a:srgbClr val="A1A8B3"/>
      </a:folHlink>
    </a:clrScheme>
    <a:fontScheme name="PwC Offic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latin typeface="+mj-lt"/>
          </a:defRPr>
        </a:defPPr>
      </a:lstStyle>
    </a:txDef>
  </a:objectDefaults>
  <a:extraClrSchemeLst/>
  <a:custClrLst>
    <a:custClr name="Orange">
      <a:srgbClr val="FD5108"/>
    </a:custClr>
    <a:custClr name="Medium Orange">
      <a:srgbClr val="FE7C39"/>
    </a:custClr>
    <a:custClr name="Light Orange">
      <a:srgbClr val="FFAA72"/>
    </a:custClr>
    <a:custClr name="Orange Tint 1">
      <a:srgbClr val="FFCDA8"/>
    </a:custClr>
    <a:custClr name="Orange Tint 2">
      <a:srgbClr val="FFE8D4"/>
    </a:custClr>
    <a:custClr name="Orange Tint 3">
      <a:srgbClr val="FFF5ED"/>
    </a:custClr>
    <a:custClr name="Blank">
      <a:srgbClr val="FFFFFF"/>
    </a:custClr>
    <a:custClr name="Blank">
      <a:srgbClr val="FFFFFF"/>
    </a:custClr>
    <a:custClr name="Blank">
      <a:srgbClr val="FFFFFF"/>
    </a:custClr>
    <a:custClr name="Blank">
      <a:srgbClr val="FFFFFF"/>
    </a:custClr>
    <a:custClr name="Grey">
      <a:srgbClr val="A1A8B3"/>
    </a:custClr>
    <a:custClr name="Medium Grey">
      <a:srgbClr val="B5BCC4"/>
    </a:custClr>
    <a:custClr name="Light Grey">
      <a:srgbClr val="CBD1D6"/>
    </a:custClr>
    <a:custClr name="Grey Tint 1">
      <a:srgbClr val="DFE3E6"/>
    </a:custClr>
    <a:custClr name="Grey Tint 2">
      <a:srgbClr val="EEEFF1"/>
    </a:custClr>
    <a:custClr name="Grey Tint 3">
      <a:srgbClr val="F5F7F8"/>
    </a:custClr>
  </a:custClrLst>
  <a:extLst>
    <a:ext uri="{05A4C25C-085E-4340-85A3-A5531E510DB2}">
      <thm15:themeFamily xmlns:thm15="http://schemas.microsoft.com/office/thememl/2012/main" name="PwC_ppt_template" id="{0B296F49-9839-BE48-A6B0-07FAE54AD4FB}" vid="{251455FA-3AFB-1547-9744-D9A806732972}"/>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2372</Words>
  <Application>Microsoft Office PowerPoint</Application>
  <PresentationFormat>Widescreen</PresentationFormat>
  <Paragraphs>170</Paragraphs>
  <Slides>10</Slides>
  <Notes>9</Notes>
  <HiddenSlides>0</HiddenSlides>
  <MMClips>0</MMClips>
  <ScaleCrop>false</ScaleCrop>
  <HeadingPairs>
    <vt:vector size="6" baseType="variant">
      <vt:variant>
        <vt:lpstr>Fonts Used</vt:lpstr>
      </vt:variant>
      <vt:variant>
        <vt:i4>5</vt:i4>
      </vt:variant>
      <vt:variant>
        <vt:lpstr>Theme</vt:lpstr>
      </vt:variant>
      <vt:variant>
        <vt:i4>10</vt:i4>
      </vt:variant>
      <vt:variant>
        <vt:lpstr>Slide Titles</vt:lpstr>
      </vt:variant>
      <vt:variant>
        <vt:i4>10</vt:i4>
      </vt:variant>
    </vt:vector>
  </HeadingPairs>
  <TitlesOfParts>
    <vt:vector size="25" baseType="lpstr">
      <vt:lpstr>Arial</vt:lpstr>
      <vt:lpstr>Calibri</vt:lpstr>
      <vt:lpstr>Calibri Light</vt:lpstr>
      <vt:lpstr>Georgia</vt:lpstr>
      <vt:lpstr>Wingdings</vt:lpstr>
      <vt:lpstr>Office Theme</vt:lpstr>
      <vt:lpstr>PwC Slide Master</vt:lpstr>
      <vt:lpstr>PwC Slide Master</vt:lpstr>
      <vt:lpstr>PwC Slide Master</vt:lpstr>
      <vt:lpstr>PwC Slide Master</vt:lpstr>
      <vt:lpstr>PwC Slide Master</vt:lpstr>
      <vt:lpstr>PwC Slide Master</vt:lpstr>
      <vt:lpstr>PwC Slide Master</vt:lpstr>
      <vt:lpstr>PwC Slide Master</vt:lpstr>
      <vt:lpstr>PwC Slide Master</vt:lpstr>
      <vt:lpstr>ShopEase: Agentic AI-Powered Customer Support System</vt:lpstr>
      <vt:lpstr>A Production-Pattern Multi-Agent System for Customer Support</vt:lpstr>
      <vt:lpstr>Customer Support Is the #1 Driver of E-commerce Churn</vt:lpstr>
      <vt:lpstr>Off-the-Shelf Chatbots Cannot Solve This</vt:lpstr>
      <vt:lpstr>Specialized Agents Collaborating Like a Real Support Team</vt:lpstr>
      <vt:lpstr>How Customer Messages Flow Through 7 Agents</vt:lpstr>
      <vt:lpstr>Understanding What the Customer Actually Wants</vt:lpstr>
      <vt:lpstr>Live Order, Payment, and Shipment Context</vt:lpstr>
      <vt:lpstr>RAG-Grounded Policy Retrieval Eliminates Hallucination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Adam Shakhabov</dc:creator>
  <cp:lastModifiedBy>Ashish Ranjan (US)</cp:lastModifiedBy>
  <cp:revision>3</cp:revision>
  <dcterms:created xsi:type="dcterms:W3CDTF">2023-07-09T20:28:40Z</dcterms:created>
  <dcterms:modified xsi:type="dcterms:W3CDTF">2026-06-01T07:07:53Z</dcterms:modified>
</cp:coreProperties>
</file>